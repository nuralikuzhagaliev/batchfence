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1dbe03d8794357" /><Relationship Type="http://schemas.openxmlformats.org/officeDocument/2006/relationships/extended-properties" Target="/docProps/app.xml" Id="R764af72d6ea54088" /><Relationship Type="http://schemas.openxmlformats.org/officeDocument/2006/relationships/officeDocument" Target="/ppt/presentation.xml" Id="R49a87fbd631143a6" /></Relationships>
</file>

<file path=ppt/presentation.xml><?xml version="1.0" encoding="utf-8"?>
<p:presentation xmlns:p="http://schemas.openxmlformats.org/presentationml/2006/main">
  <p:sldMasterIdLst>
    <p:sldMasterId xmlns:r="http://schemas.openxmlformats.org/officeDocument/2006/relationships" id="2147483648" r:id="R3d2720eacb034273"/>
  </p:sldMasterIdLst>
  <p:notesMasterIdLst>
    <p:notesMasterId xmlns:r="http://schemas.openxmlformats.org/officeDocument/2006/relationships" r:id="Rbd6a8cbca0b14a83"/>
  </p:notesMasterIdLst>
  <p:sldIdLst>
    <p:sldId xmlns:r="http://schemas.openxmlformats.org/officeDocument/2006/relationships" id="256" r:id="R83cf3dac609e49e7"/>
    <p:sldId xmlns:r="http://schemas.openxmlformats.org/officeDocument/2006/relationships" id="257" r:id="R7eecb9c6862b43e4"/>
    <p:sldId xmlns:r="http://schemas.openxmlformats.org/officeDocument/2006/relationships" id="258" r:id="Re016fea203c14b1d"/>
    <p:sldId xmlns:r="http://schemas.openxmlformats.org/officeDocument/2006/relationships" id="259" r:id="Rb80dc6843f464573"/>
    <p:sldId xmlns:r="http://schemas.openxmlformats.org/officeDocument/2006/relationships" id="260" r:id="R75cd2f8d5b8a4a27"/>
    <p:sldId xmlns:r="http://schemas.openxmlformats.org/officeDocument/2006/relationships" id="261" r:id="R655e3f0b9fca4f08"/>
    <p:sldId xmlns:r="http://schemas.openxmlformats.org/officeDocument/2006/relationships" id="262" r:id="R5f173dd7a1284b31"/>
    <p:sldId xmlns:r="http://schemas.openxmlformats.org/officeDocument/2006/relationships" id="263" r:id="R3b0fb49109074638"/>
    <p:sldId xmlns:r="http://schemas.openxmlformats.org/officeDocument/2006/relationships" id="264" r:id="R563824e9e4cd4f86"/>
    <p:sldId xmlns:r="http://schemas.openxmlformats.org/officeDocument/2006/relationships" id="265" r:id="Rcc56e2baec164b9d"/>
    <p:sldId xmlns:r="http://schemas.openxmlformats.org/officeDocument/2006/relationships" id="266" r:id="R30414e71447f4aec"/>
    <p:sldId xmlns:r="http://schemas.openxmlformats.org/officeDocument/2006/relationships" id="267" r:id="Re921236dc82c4922"/>
    <p:sldId xmlns:r="http://schemas.openxmlformats.org/officeDocument/2006/relationships" id="268" r:id="Rf40e0938455f4d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a709b2ec52489b" /><Relationship Type="http://schemas.openxmlformats.org/officeDocument/2006/relationships/slideMaster" Target="/ppt/slideMasters/slideMaster1.xml" Id="R3d2720eacb034273" /><Relationship Type="http://schemas.openxmlformats.org/officeDocument/2006/relationships/notesMaster" Target="/ppt/notesMasters/notesMaster1.xml" Id="Rbd6a8cbca0b14a83" /><Relationship Type="http://schemas.openxmlformats.org/officeDocument/2006/relationships/presProps" Target="/ppt/presProps.xml" Id="Rc8187bf3bf9a44a5" /><Relationship Type="http://schemas.openxmlformats.org/officeDocument/2006/relationships/tableStyles" Target="/ppt/tableStyles.xml" Id="Rc82a3cd507b14498" /><Relationship Type="http://schemas.openxmlformats.org/officeDocument/2006/relationships/slide" Target="/ppt/slides/slide1.xml" Id="R83cf3dac609e49e7" /><Relationship Type="http://schemas.openxmlformats.org/officeDocument/2006/relationships/slide" Target="/ppt/slides/slide2.xml" Id="R7eecb9c6862b43e4" /><Relationship Type="http://schemas.openxmlformats.org/officeDocument/2006/relationships/slide" Target="/ppt/slides/slide3.xml" Id="Re016fea203c14b1d" /><Relationship Type="http://schemas.openxmlformats.org/officeDocument/2006/relationships/slide" Target="/ppt/slides/slide4.xml" Id="Rb80dc6843f464573" /><Relationship Type="http://schemas.openxmlformats.org/officeDocument/2006/relationships/slide" Target="/ppt/slides/slide5.xml" Id="R75cd2f8d5b8a4a27" /><Relationship Type="http://schemas.openxmlformats.org/officeDocument/2006/relationships/slide" Target="/ppt/slides/slide6.xml" Id="R655e3f0b9fca4f08" /><Relationship Type="http://schemas.openxmlformats.org/officeDocument/2006/relationships/slide" Target="/ppt/slides/slide7.xml" Id="R5f173dd7a1284b31" /><Relationship Type="http://schemas.openxmlformats.org/officeDocument/2006/relationships/slide" Target="/ppt/slides/slide8.xml" Id="R3b0fb49109074638" /><Relationship Type="http://schemas.openxmlformats.org/officeDocument/2006/relationships/slide" Target="/ppt/slides/slide9.xml" Id="R563824e9e4cd4f86" /><Relationship Type="http://schemas.openxmlformats.org/officeDocument/2006/relationships/slide" Target="/ppt/slides/slide10.xml" Id="Rcc56e2baec164b9d" /><Relationship Type="http://schemas.openxmlformats.org/officeDocument/2006/relationships/slide" Target="/ppt/slides/slide11.xml" Id="R30414e71447f4aec" /><Relationship Type="http://schemas.openxmlformats.org/officeDocument/2006/relationships/slide" Target="/ppt/slides/slide12.xml" Id="Re921236dc82c4922" /><Relationship Type="http://schemas.openxmlformats.org/officeDocument/2006/relationships/slide" Target="/ppt/slides/slide13.xml" Id="Rf40e0938455f4d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d679d6587349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57bd8aa2de4120" /><Relationship Type="http://schemas.openxmlformats.org/officeDocument/2006/relationships/notesMaster" Target="/ppt/notesMasters/notesMaster1.xml" Id="Ra042319440fd43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d2fa833d76400e" /><Relationship Type="http://schemas.openxmlformats.org/officeDocument/2006/relationships/notesMaster" Target="/ppt/notesMasters/notesMaster1.xml" Id="Rd9c1e6b302c14d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9f90143f2c4b45" /><Relationship Type="http://schemas.openxmlformats.org/officeDocument/2006/relationships/notesMaster" Target="/ppt/notesMasters/notesMaster1.xml" Id="R1d09aea0945541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1a94144ca44333" /><Relationship Type="http://schemas.openxmlformats.org/officeDocument/2006/relationships/notesMaster" Target="/ppt/notesMasters/notesMaster1.xml" Id="Rf4dcf3fcd37a4b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41a64cb68e446e" /><Relationship Type="http://schemas.openxmlformats.org/officeDocument/2006/relationships/notesMaster" Target="/ppt/notesMasters/notesMaster1.xml" Id="Rd7432ab36ef743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51457fe0a4420c" /><Relationship Type="http://schemas.openxmlformats.org/officeDocument/2006/relationships/notesMaster" Target="/ppt/notesMasters/notesMaster1.xml" Id="Rc5e6c97fa2db4a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2d2d19078347c0" /><Relationship Type="http://schemas.openxmlformats.org/officeDocument/2006/relationships/notesMaster" Target="/ppt/notesMasters/notesMaster1.xml" Id="R284b70917e5d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7bc391aab54540" /><Relationship Type="http://schemas.openxmlformats.org/officeDocument/2006/relationships/notesMaster" Target="/ppt/notesMasters/notesMaster1.xml" Id="Ra259bd538a1241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b57a87be1a411a" /><Relationship Type="http://schemas.openxmlformats.org/officeDocument/2006/relationships/notesMaster" Target="/ppt/notesMasters/notesMaster1.xml" Id="R164b112163f54d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c1c33c1fd24eb7" /><Relationship Type="http://schemas.openxmlformats.org/officeDocument/2006/relationships/notesMaster" Target="/ppt/notesMasters/notesMaster1.xml" Id="R6de53bb7d80e41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42f063d8e5492d" /><Relationship Type="http://schemas.openxmlformats.org/officeDocument/2006/relationships/notesMaster" Target="/ppt/notesMasters/notesMaster1.xml" Id="Rfe9d4fab278849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bd3a91cf634727" /><Relationship Type="http://schemas.openxmlformats.org/officeDocument/2006/relationships/notesMaster" Target="/ppt/notesMasters/notesMaster1.xml" Id="R29e5dca545354f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0bd69f47164751" /><Relationship Type="http://schemas.openxmlformats.org/officeDocument/2006/relationships/notesMaster" Target="/ppt/notesMasters/notesMaster1.xml" Id="R3fd1d784386240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BatchFence is an engineering-verified hackathon project for reviewing supplier evidence and controlling lot containment. Introduce the quality-manager use case. The release remains a preview with explicit review and sandbox execution. Do not claim independent customer validation or production readiness.</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https://github.com/NuraliKuzhagaliev/BatchFence/blob/c641897c28e484f2968868b404460ba4e3e0e71a/HANDOFF.md</a:t>
            </a:r>
          </a:p>
          <a:p xmlns:a="http://schemas.openxmlformats.org/drawingml/2006/main">
            <a:r>
              <a:t>https://github.com/NuraliKuzhagaliev/BatchFence/blob/c641897c28e484f2968868b404460ba4e3e0e71a/README.md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decorative-housing scenario represents the quality-manager decision supported by BatchFence. A supplier notice, current inventory and uncertain receiving lineage must agree before an operator narrows scope. The scenario is illustrative, not customer validation. Show the retained original notice and the explicit exclusions it contains.</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https://github.com/NuraliKuzhagaliev/BatchFence/blob/c641897c28e484f2968868b404460ba4e3e0e71a/README.md</a:t>
            </a:r>
          </a:p>
          <a:p xmlns:a="http://schemas.openxmlformats.org/drawingml/2006/main">
            <a:r>
              <a:t>https://github.com/NuraliKuzhagaliev/BatchFence/blob/c641897c28e484f2968868b404460ba4e3e0e71a/evals/identity-rag-v1/manifest.json</a:t>
            </a:r>
          </a:p>
          <a:p xmlns:a="http://schemas.openxmlformats.org/drawingml/2006/main">
            <a:r>
              <a:t>https://github.com/NuraliKuzhagaliev/BatchFence/blob/c641897c28e484f2968868b404460ba4e3e0e71a/evals/identity-rag-v1/notice-heldout.pdf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actual workflow in order. Models create proposals only. The operator inspects originals and confirms critical facts, lot exclusions and incident scope. The deterministic engine calculates current stock exposure. Approval binds the exact reviewed version. Sandbox execution creates a receipt. Current live engineering runs used fictional sources and agent-operated review, not an independent human operator.</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https://github.com/NuraliKuzhagaliev/BatchFence/blob/c641897c28e484f2968868b404460ba4e3e0e71a/HANDOFF.md</a:t>
            </a:r>
          </a:p>
          <a:p xmlns:a="http://schemas.openxmlformats.org/drawingml/2006/main">
            <a:r>
              <a:t>https://github.com/NuraliKuzhagaliev/BatchFence/blob/c641897c28e484f2968868b404460ba4e3e0e71a/backend/assist_routes.py</a:t>
            </a:r>
          </a:p>
          <a:p xmlns:a="http://schemas.openxmlformats.org/drawingml/2006/main">
            <a:r>
              <a:t>https://github.com/NuraliKuzhagaliev/BatchFence/blob/c641897c28e484f2968868b404460ba4e3e0e71a/backend/domain.py</a:t>
            </a:r>
          </a:p>
          <a:p xmlns:a="http://schemas.openxmlformats.org/drawingml/2006/main">
            <a:r>
              <a:t>https://github.com/NuraliKuzhagaliev/BatchFence/blob/c641897c28e484f2968868b404460ba4e3e0e71a/docs/identity-rag-fix/clients/web/result.json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Values come from the frozen fictional decorative-housing scenario. A blanket policy holds1200 units. The initial reviewed scope totals500:400 documented plus100 uncertain. The revised scope totals800:700 documented plus100 uncertain. SUP-C adds FG-D300 units. The recent corrective client runs use explicitly fixture500 baselines, with genuine fresh PDF processing driving the800 proposal and explicit review/approval. The400 outside scope is not a cash savings claim.</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https://github.com/NuraliKuzhagaliev/BatchFence/blob/c641897c28e484f2968868b404460ba4e3e0e71a/README.md</a:t>
            </a:r>
          </a:p>
          <a:p xmlns:a="http://schemas.openxmlformats.org/drawingml/2006/main">
            <a:r>
              <a:t>https://github.com/NuraliKuzhagaliev/BatchFence/blob/c641897c28e484f2968868b404460ba4e3e0e71a/docs/claims-to-evidence.md</a:t>
            </a:r>
          </a:p>
          <a:p xmlns:a="http://schemas.openxmlformats.org/drawingml/2006/main">
            <a:r>
              <a:t>https://github.com/NuraliKuzhagaliev/BatchFence/blob/c641897c28e484f2968868b404460ba4e3e0e71a/docs/identity-rag-fix/clients/web/result.json</a:t>
            </a:r>
          </a:p>
          <a:p xmlns:a="http://schemas.openxmlformats.org/drawingml/2006/main">
            <a:r>
              <a:t>https://github.com/NuraliKuzhagaliev/BatchFence/blob/c641897c28e484f2968868b404460ba4e3e0e71a/docs/identity-rag-fix/clients/windows-corrective/result.json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table, in units. The500 and800 scenario derives from the core incident. The700 receiving correction and100 recovery example is a separate preserved synthetic scenario from the enterprise controlled-recovery evidence. Do not describe this as fresh rc6 live recovery. A source/model answer or reduced proposal never automatically releases an already applied hold. Separate reviewed recovery authority and a new receipt are required.</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https://github.com/NuraliKuzhagaliev/BatchFence/blob/c641897c28e484f2968868b404460ba4e3e0e71a/docs/claims-to-evidence.md</a:t>
            </a:r>
          </a:p>
          <a:p xmlns:a="http://schemas.openxmlformats.org/drawingml/2006/main">
            <a:r>
              <a:t>https://github.com/NuraliKuzhagaliev/BatchFence/blob/c641897c28e484f2968868b404460ba4e3e0e71a/docs/enterprise/release-0.3.0.md</a:t>
            </a:r>
          </a:p>
          <a:p xmlns:a="http://schemas.openxmlformats.org/drawingml/2006/main">
            <a:r>
              <a:t>https://github.com/NuraliKuzhagaliev/BatchFence/blob/c641897c28e484f2968868b404460ba4e3e0e71a/docs/enterprise/release-ui/modules/03-recovery-confirmed-1366.png</a:t>
            </a:r>
          </a:p>
          <a:p xmlns:a="http://schemas.openxmlformats.org/drawingml/2006/main">
            <a:r>
              <a:t>https://github.com/NuraliKuzhagaliev/BatchFence/blob/c641897c28e484f2968868b404460ba4e3e0e71a/backend/domain.py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recreates the substance of a retained historical interpretation failure, not a new model output. The source inventory contains SUP-A,SUP-B,SUP-C but the old interpretation retained only SUP-A and claimed complete scope. New assembly retains grounded extractor identities plus independent exact recorded references, marks missing annotations uncertain and forces unknown scope. Human/source review must resolve exclusions and completeness. Current fresh responses retained all three lot labels; this small sample does not establish universal recall.</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https://github.com/NuraliKuzhagaliev/BatchFence/blob/c641897c28e484f2968868b404460ba4e3e0e71a/evals/evolus-focused-v1/retained-omission.json</a:t>
            </a:r>
          </a:p>
          <a:p xmlns:a="http://schemas.openxmlformats.org/drawingml/2006/main">
            <a:r>
              <a:t>https://github.com/NuraliKuzhagaliev/BatchFence/blob/c641897c28e484f2968868b404460ba4e3e0e71a/evals/evolus-focused-v1/retained-windows-omission.json</a:t>
            </a:r>
          </a:p>
          <a:p xmlns:a="http://schemas.openxmlformats.org/drawingml/2006/main">
            <a:r>
              <a:t>https://github.com/NuraliKuzhagaliev/BatchFence/blob/c641897c28e484f2968868b404460ba4e3e0e71a/backend/identity_annotations.py</a:t>
            </a:r>
          </a:p>
          <a:p xmlns:a="http://schemas.openxmlformats.org/drawingml/2006/main">
            <a:r>
              <a:t>https://github.com/NuraliKuzhagaliev/BatchFence/blob/c641897c28e484f2968868b404460ba4e3e0e71a/tests/test_identity_rag_fix.py</a:t>
            </a:r>
          </a:p>
          <a:p xmlns:a="http://schemas.openxmlformats.org/drawingml/2006/main">
            <a:r>
              <a:t>https://github.com/NuraliKuzhagaliev/BatchFence/blob/c641897c28e484f2968868b404460ba4e3e0e71a/docs/identity-rag-fix/raw-quality.json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native editable architecture responsibility table rather than a claim of self-hosted AMD Developer Cloud hardware. Existing managed AMD shared endpoint exposes Gemma-4-31B-IT. The saved Evolus own-model connection is configured as own/gemma-4-31b-it. The workflow includes native-preferred reading, extractor and compact annotation agent. Evolus does not return runtime model identity. Earlier direct AMD returned self-dploy/Gemma-4-31B-IT, which is distinct evidence. Provider credentials remain server-side.</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https://github.com/NuraliKuzhagaliev/BatchFence/blob/c641897c28e484f2968868b404460ba4e3e0e71a/docs/identity-rag-fix/reconciled-workflow.json</a:t>
            </a:r>
          </a:p>
          <a:p xmlns:a="http://schemas.openxmlformats.org/drawingml/2006/main">
            <a:r>
              <a:t>https://github.com/NuraliKuzhagaliev/BatchFence/blob/c641897c28e484f2968868b404460ba4e3e0e71a/docs/identity-rag-fix/RESULTS.md</a:t>
            </a:r>
          </a:p>
          <a:p xmlns:a="http://schemas.openxmlformats.org/drawingml/2006/main">
            <a:r>
              <a:t>https://github.com/NuraliKuzhagaliev/BatchFence/blob/c641897c28e484f2968868b404460ba4e3e0e71a/backend/evolus_api.py</a:t>
            </a:r>
          </a:p>
          <a:p xmlns:a="http://schemas.openxmlformats.org/drawingml/2006/main">
            <a:r>
              <a:t>https://github.com/NuraliKuzhagaliev/BatchFence/blob/c641897c28e484f2968868b404460ba4e3e0e71a/backend/identity_annotations.py</a:t>
            </a:r>
          </a:p>
          <a:p xmlns:a="http://schemas.openxmlformats.org/drawingml/2006/main">
            <a:r>
              <a:t>https://github.com/NuraliKuzhagaliev/BatchFence/blob/c641897c28e484f2968868b404460ba4e3e0e71a/backend/domain.py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quote is the complete recovery passage in the approved fictional SOP, not generated prose. Fresh public and installed Evolus-mediated RAG selected versioned source keys. BatchFence independently read identified Evolus chunks and checked document/version/source hash against the original. Chunks C001/C002 and body SHA256 proofs are retained in client reports. Evolus native citations remained empty. Label the output application-verified indexed-source citations. Consultation did not change receipts or holds. Retrieval selection is not approval authority.</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https://github.com/NuraliKuzhagaliev/BatchFence/blob/c641897c28e484f2968868b404460ba4e3e0e71a/evals/evolus-focused-v1/sops.json</a:t>
            </a:r>
          </a:p>
          <a:p xmlns:a="http://schemas.openxmlformats.org/drawingml/2006/main">
            <a:r>
              <a:t>https://github.com/NuraliKuzhagaliev/BatchFence/blob/c641897c28e484f2968868b404460ba4e3e0e71a/docs/identity-rag-fix/clients/web/rag-raw-job.json</a:t>
            </a:r>
          </a:p>
          <a:p xmlns:a="http://schemas.openxmlformats.org/drawingml/2006/main">
            <a:r>
              <a:t>https://github.com/NuraliKuzhagaliev/BatchFence/blob/c641897c28e484f2968868b404460ba4e3e0e71a/docs/identity-rag-fix/clients/windows-corrective/rag-raw-job.json</a:t>
            </a:r>
          </a:p>
          <a:p xmlns:a="http://schemas.openxmlformats.org/drawingml/2006/main">
            <a:r>
              <a:t>https://github.com/NuraliKuzhagaliev/BatchFence/blob/c641897c28e484f2968868b404460ba4e3e0e71a/backend/evolus_rag.py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implemented connected modules are Quality Signals, Approved Knowledge, Controlled Recovery and Corrective Action with Effectiveness. Current code preserves those features; rc6 fresh live scope focused on PDF interpretation and RAG citation evidence. The screenshot is an earlier0.3.0 engineering capture retained as historical evidence, not a newly captured rc6 run. Avoid claiming independent operational acceptance of all modules.</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https://github.com/NuraliKuzhagaliev/BatchFence/blob/c641897c28e484f2968868b404460ba4e3e0e71a/docs/enterprise/release-0.3.0.md</a:t>
            </a:r>
          </a:p>
          <a:p xmlns:a="http://schemas.openxmlformats.org/drawingml/2006/main">
            <a:r>
              <a:t>https://github.com/NuraliKuzhagaliev/BatchFence/blob/c641897c28e484f2968868b404460ba4e3e0e71a/docs/claims-to-evidence.md</a:t>
            </a:r>
          </a:p>
          <a:p xmlns:a="http://schemas.openxmlformats.org/drawingml/2006/main">
            <a:r>
              <a:t>https://github.com/NuraliKuzhagaliev/BatchFence/blob/c641897c28e484f2968868b404460ba4e3e0e71a/docs/enterprise/release-ui/modules/media-signals.png</a:t>
            </a:r>
          </a:p>
          <a:p xmlns:a="http://schemas.openxmlformats.org/drawingml/2006/main">
            <a:r>
              <a:t>https://github.com/NuraliKuzhagaliev/BatchFence/blob/c641897c28e484f2968868b404460ba4e3e0e71a/HANDOFF.md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current rc6 publication screenshots. Public page has the Windows download link and no redundant Open web app control. Installed Windows has Open web app and no installer download. Both clients use shared frontend/domain behavior. Packets reopen read-only and convey no approval authority. No provider key is stored in frontend assets. Free hosted storage remains ephemeral; export before restart. Current installer is unsigned.</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https://github.com/NuraliKuzhagaliev/BatchFence/blob/c641897c28e484f2968868b404460ba4e3e0e71a/docs/identity-rag-fix/publication-smoke.json</a:t>
            </a:r>
          </a:p>
          <a:p xmlns:a="http://schemas.openxmlformats.org/drawingml/2006/main">
            <a:r>
              <a:t>https://github.com/NuraliKuzhagaliev/BatchFence/blob/c641897c28e484f2968868b404460ba4e3e0e71a/docs/identity-rag-fix/publication.json</a:t>
            </a:r>
          </a:p>
          <a:p xmlns:a="http://schemas.openxmlformats.org/drawingml/2006/main">
            <a:r>
              <a:t>https://github.com/NuraliKuzhagaliev/BatchFence/blob/c641897c28e484f2968868b404460ba4e3e0e71a/desktop/main.cjs</a:t>
            </a:r>
          </a:p>
          <a:p xmlns:a="http://schemas.openxmlformats.org/drawingml/2006/main">
            <a:r>
              <a:t>https://github.com/NuraliKuzhagaliev/BatchFence/blob/c641897c28e484f2968868b404460ba4e3e0e71a/desktop/packet.cjs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engineering checks and do not establish independent human or field acceptance. 491 pytest regressions and30domain scenarios passed in mainCI39106687601. Eight Linux container/restart/isolation checks and five packaged Windows checks passed. Fresh PDF/RAG processing ran through both actual clients with explicit agent review,800/two receipts and stale rejection. Recent500baselines were synthetic fixtures. All five public assets matched SHA256;2185source files matched actual tag archive; frontend bytes match public/local/installed.</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https://github.com/NuraliKuzhagaliev/BatchFence/blob/c641897c28e484f2968868b404460ba4e3e0e71a/docs/identity-rag-fix/main-ci.json</a:t>
            </a:r>
          </a:p>
          <a:p xmlns:a="http://schemas.openxmlformats.org/drawingml/2006/main">
            <a:r>
              <a:t>https://github.com/NuraliKuzhagaliev/BatchFence/blob/c641897c28e484f2968868b404460ba4e3e0e71a/docs/identity-rag-fix/final-platform-ci.json</a:t>
            </a:r>
          </a:p>
          <a:p xmlns:a="http://schemas.openxmlformats.org/drawingml/2006/main">
            <a:r>
              <a:t>https://github.com/NuraliKuzhagaliev/BatchFence/blob/c641897c28e484f2968868b404460ba4e3e0e71a/docs/identity-rag-fix/clients/web/result.json</a:t>
            </a:r>
          </a:p>
          <a:p xmlns:a="http://schemas.openxmlformats.org/drawingml/2006/main">
            <a:r>
              <a:t>https://github.com/NuraliKuzhagaliev/BatchFence/blob/c641897c28e484f2968868b404460ba4e3e0e71a/docs/identity-rag-fix/clients/windows-corrective/result.json</a:t>
            </a:r>
          </a:p>
          <a:p xmlns:a="http://schemas.openxmlformats.org/drawingml/2006/main">
            <a:r>
              <a:t>https://github.com/NuraliKuzhagaliev/BatchFence/blob/c641897c28e484f2968868b404460ba4e3e0e71a/docs/identity-rag-fix/publication.json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limitations before inviting a demo. Native Evolus annotations remain absent, so application-verified source citations must be labelled accordingly. Two Windows raw extractor outputs had a metadata enum error even though all three lot incident labels were correct. The fix contains this as unresolved metadata and unknown scope pending explicit review; it does not make raw extraction universally correct. Installer unsigned; Free Render storage ephemeral and may sleep. Phase18/18 conservative equivalents complete. Existing proof expires18October2026 at16:00UTC/21:00Qyzylorda. Do not run new inference for the presentation. A fresh live demo needs a distinct finite free allowance verified without rotation/purchases. No independent operator/domain/photo acceptance or production-readiness claim.</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https://github.com/NuraliKuzhagaliev/BatchFence/blob/c641897c28e484f2968868b404460ba4e3e0e71a/HANDOFF.md</a:t>
            </a:r>
          </a:p>
          <a:p xmlns:a="http://schemas.openxmlformats.org/drawingml/2006/main">
            <a:r>
              <a:t>https://github.com/NuraliKuzhagaliev/BatchFence/blob/c641897c28e484f2968868b404460ba4e3e0e71a/docs/identity-rag-fix/RESULTS.md</a:t>
            </a:r>
          </a:p>
          <a:p xmlns:a="http://schemas.openxmlformats.org/drawingml/2006/main">
            <a:r>
              <a:t>https://github.com/NuraliKuzhagaliev/BatchFence/blob/c641897c28e484f2968868b404460ba4e3e0e71a/docs/identity-rag-fix/raw-quality.json</a:t>
            </a:r>
          </a:p>
          <a:p xmlns:a="http://schemas.openxmlformats.org/drawingml/2006/main">
            <a:r>
              <a:t>https://github.com/NuraliKuzhagaliev/BatchFence/blob/c641897c28e484f2968868b404460ba4e3e0e71a/docs/identity-rag-fix/phase-ledger.json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links identify the existing authorized project destinations. Current release0.4.0-rc.6 runtime/tag/source d6fa31f7d321b0e0c51dad5afcb577b6e31e8130; evidence checkpoint c641897c28e484f2968868b404460ba4e3e0e71a. Before a live demonstration, review the bounded allowance requirement and export any existing case. The next product acceptance step is independent operator/domain evaluation, not a claim that it has already happened.</a:t>
            </a:r>
          </a:p>
          <a:p xmlns:a="http://schemas.openxmlformats.org/drawingml/2006/main">
            <a:r>
              <a:t/>
            </a:r>
          </a:p>
          <a:p xmlns:a="http://schemas.openxmlformats.org/drawingml/2006/main">
            <a:r>
              <a:t>Sources:</a:t>
            </a:r>
          </a:p>
          <a:p xmlns:a="http://schemas.openxmlformats.org/drawingml/2006/main">
            <a:r>
              <a:t>https://github.com/NuraliKuzhagaliev/BatchFence/blob/c641897c28e484f2968868b404460ba4e3e0e71a/HANDOFF.md</a:t>
            </a:r>
          </a:p>
          <a:p xmlns:a="http://schemas.openxmlformats.org/drawingml/2006/main">
            <a:r>
              <a:t>https://github.com/NuraliKuzhagaliev/BatchFence/blob/c641897c28e484f2968868b404460ba4e3e0e71a/docs/identity-rag-fix/publication.json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9599c4439544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1cbe5a4ba449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d1efbf71d545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99153de01540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29b3d79d9c47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2fef5d8c0a41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AB96CB-2E9A-4CE3-BEB3-9EE315A7E1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3E2C1A-B994-4E21-A952-0299BC58B5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A8F30B-E8E8-479E-AF21-640E6666B3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C0F118-A712-40D6-A236-BECD1BBBD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4EB3CD-C241-4A8E-98DB-6F36896326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1819DF-A250-4FF5-B870-A3518F92B9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6C702-AEFC-4B79-9476-F38CC245D1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398982-E30C-4E26-A182-5AE23A45D8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BD411B-E7D7-4A30-BE84-E61E18CEC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26330-6447-49F8-BDFB-6F985BCD42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0dc5e1d9349c2" /><Relationship Type="http://schemas.openxmlformats.org/officeDocument/2006/relationships/slideLayout" Target="/ppt/slideLayouts/slideLayout1.xml" Id="R2fca802702da44af" /><Relationship Type="http://schemas.openxmlformats.org/officeDocument/2006/relationships/slideLayout" Target="/ppt/slideLayouts/slideLayout2.xml" Id="Rc8a2c93c7bcf47e3" /><Relationship Type="http://schemas.openxmlformats.org/officeDocument/2006/relationships/slideLayout" Target="/ppt/slideLayouts/slideLayout3.xml" Id="R6dbfc9fd89db4755" /><Relationship Type="http://schemas.openxmlformats.org/officeDocument/2006/relationships/slideLayout" Target="/ppt/slideLayouts/slideLayout4.xml" Id="R442e4c19f1654aa4" /><Relationship Type="http://schemas.openxmlformats.org/officeDocument/2006/relationships/slideLayout" Target="/ppt/slideLayouts/slideLayout5.xml" Id="R239a960d3980436d" /><Relationship Type="http://schemas.openxmlformats.org/officeDocument/2006/relationships/slideLayout" Target="/ppt/slideLayouts/slideLayout6.xml" Id="R350d9814c7b544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ca802702da44af"/>
    <p:sldLayoutId xmlns:r="http://schemas.openxmlformats.org/officeDocument/2006/relationships" id="2147483650" r:id="Rc8a2c93c7bcf47e3"/>
    <p:sldLayoutId xmlns:r="http://schemas.openxmlformats.org/officeDocument/2006/relationships" id="2147483651" r:id="R6dbfc9fd89db4755"/>
    <p:sldLayoutId xmlns:r="http://schemas.openxmlformats.org/officeDocument/2006/relationships" id="2147483652" r:id="R442e4c19f1654aa4"/>
    <p:sldLayoutId xmlns:r="http://schemas.openxmlformats.org/officeDocument/2006/relationships" id="2147483653" r:id="R239a960d3980436d"/>
    <p:sldLayoutId xmlns:r="http://schemas.openxmlformats.org/officeDocument/2006/relationships" id="2147483654" r:id="R350d9814c7b544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ddc097137a484e" /><Relationship Type="http://schemas.openxmlformats.org/officeDocument/2006/relationships/notesSlide" Target="/ppt/notesSlides/notesSlide1.xml" Id="R0be17007c37e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501e668a4e423c" /><Relationship Type="http://schemas.openxmlformats.org/officeDocument/2006/relationships/image" Target="/ppt/media/image.png" Id="R4d597cdb10c54e64" /><Relationship Type="http://schemas.openxmlformats.org/officeDocument/2006/relationships/notesSlide" Target="/ppt/notesSlides/notesSlide2.xml" Id="Rc5542d04af9d42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33f338af854732" /><Relationship Type="http://schemas.openxmlformats.org/officeDocument/2006/relationships/image" Target="/ppt/media/image2.png" Id="R03be5e517faf405f" /><Relationship Type="http://schemas.openxmlformats.org/officeDocument/2006/relationships/notesSlide" Target="/ppt/notesSlides/notesSlide3.xml" Id="R3863ac619d4446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01b940ef5244ba" /><Relationship Type="http://schemas.openxmlformats.org/officeDocument/2006/relationships/chart" Target="/ppt/slides/charts/chart1.xml" Id="R6663504a81044d87" /><Relationship Type="http://schemas.openxmlformats.org/officeDocument/2006/relationships/notesSlide" Target="/ppt/notesSlides/notesSlide4.xml" Id="R77527117067845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6772d9f54e4ef4" /><Relationship Type="http://schemas.openxmlformats.org/officeDocument/2006/relationships/notesSlide" Target="/ppt/notesSlides/notesSlide5.xml" Id="R2efba0168fce4f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d88f4a2a094611" /><Relationship Type="http://schemas.openxmlformats.org/officeDocument/2006/relationships/notesSlide" Target="/ppt/notesSlides/notesSlide6.xml" Id="R4772575f5ec641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e9432d5ff3436c" /><Relationship Type="http://schemas.openxmlformats.org/officeDocument/2006/relationships/notesSlide" Target="/ppt/notesSlides/notesSlide7.xml" Id="R413de2db05774c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1ddbee6a074ede" /><Relationship Type="http://schemas.openxmlformats.org/officeDocument/2006/relationships/notesSlide" Target="/ppt/notesSlides/notesSlide8.xml" Id="R3847a59849b648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b518a1e1f74efe" /><Relationship Type="http://schemas.openxmlformats.org/officeDocument/2006/relationships/image" Target="/ppt/media/image3.png" Id="R0b79b065bba64015" /><Relationship Type="http://schemas.openxmlformats.org/officeDocument/2006/relationships/notesSlide" Target="/ppt/notesSlides/notesSlide9.xml" Id="Rae83c502f69345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866fe7eb15f4eb4" /><Relationship Type="http://schemas.openxmlformats.org/officeDocument/2006/relationships/image" Target="/ppt/media/image4.png" Id="R32b7ce8d0bdf4ee1" /><Relationship Type="http://schemas.openxmlformats.org/officeDocument/2006/relationships/image" Target="/ppt/media/image5.png" Id="Rad3ef139c96e4344" /><Relationship Type="http://schemas.openxmlformats.org/officeDocument/2006/relationships/notesSlide" Target="/ppt/notesSlides/notesSlide10.xml" Id="R956ea0dcf5b149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8022ec099c4131" /><Relationship Type="http://schemas.openxmlformats.org/officeDocument/2006/relationships/notesSlide" Target="/ppt/notesSlides/notesSlide11.xml" Id="Ra0e3f8843a8349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06819249a64036" /><Relationship Type="http://schemas.openxmlformats.org/officeDocument/2006/relationships/notesSlide" Target="/ppt/notesSlides/notesSlide12.xml" Id="Rbbdb13a8747b4d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627675a8244c94" /><Relationship Type="http://schemas.openxmlformats.org/officeDocument/2006/relationships/notesSlide" Target="/ppt/notesSlides/notesSlide13.xml" Id="Ra4cebac6e2b548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Blanket hold</c:v>
          </c:tx>
          <c:spPr>
            <a:solidFill xmlns:a="http://schemas.openxmlformats.org/drawingml/2006/main">
              <a:srgbClr val="9BAABD"/>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32A45"/>
                    </a:solidFill>
                    <a:latin typeface="Segoe UI"/>
                    <a:ea typeface="Segoe UI"/>
                    <a:cs typeface="Segoe UI"/>
                  </a:defRPr>
                </a:pPr>
              </a:p>
            </c:txPr>
            <c:dLblPos val="ctr"/>
            <c:showLegendKey val="0"/>
            <c:showVal val="1"/>
            <c:showCatName val="0"/>
            <c:showSerName val="0"/>
            <c:showPercent val="0"/>
            <c:showBubbleSize val="0"/>
            <c:showLeaderLines val="0"/>
          </c:dLbls>
          <c:cat>
            <c:strRef>
              <c:f>'Chart Data'!$A$2:$A$4</c:f>
              <c:strCache>
                <c:ptCount val="3"/>
                <c:pt idx="0">
                  <c:v>Blanket policy</c:v>
                </c:pt>
                <c:pt idx="1">
                  <c:v>Initial scope</c:v>
                </c:pt>
                <c:pt idx="2">
                  <c:v>Revised scope</c:v>
                </c:pt>
              </c:strCache>
            </c:strRef>
          </c:cat>
          <c:val>
            <c:numRef>
              <c:f>'Chart Data'!$B$2:$B$4</c:f>
              <c:numCache>
                <c:formatCode>#,##0</c:formatCode>
                <c:ptCount val="3"/>
                <c:pt idx="0">
                  <c:v>1200</c:v>
                </c:pt>
                <c:pt idx="1">
                  <c:v>0</c:v>
                </c:pt>
                <c:pt idx="2">
                  <c:v>0</c:v>
                </c:pt>
              </c:numCache>
            </c:numRef>
          </c:val>
        </c:ser>
        <c:ser>
          <c:idx val="1"/>
          <c:order val="1"/>
          <c:tx>
            <c:v>Documented</c:v>
          </c:tx>
          <c:spPr>
            <a:solidFill xmlns:a="http://schemas.openxmlformats.org/drawingml/2006/main">
              <a:srgbClr val="BF3F53"/>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FFFFFF"/>
                    </a:solidFill>
                    <a:latin typeface="Segoe UI"/>
                    <a:ea typeface="Segoe UI"/>
                    <a:cs typeface="Segoe UI"/>
                  </a:defRPr>
                </a:pPr>
              </a:p>
            </c:txPr>
            <c:dLblPos val="ctr"/>
            <c:showLegendKey val="0"/>
            <c:showVal val="1"/>
            <c:showCatName val="0"/>
            <c:showSerName val="0"/>
            <c:showPercent val="0"/>
            <c:showBubbleSize val="0"/>
            <c:showLeaderLines val="0"/>
          </c:dLbls>
          <c:cat>
            <c:strRef>
              <c:f>'Chart Data'!$C$2:$C$4</c:f>
              <c:strCache>
                <c:ptCount val="3"/>
                <c:pt idx="0">
                  <c:v>Blanket policy</c:v>
                </c:pt>
                <c:pt idx="1">
                  <c:v>Initial scope</c:v>
                </c:pt>
                <c:pt idx="2">
                  <c:v>Revised scope</c:v>
                </c:pt>
              </c:strCache>
            </c:strRef>
          </c:cat>
          <c:val>
            <c:numRef>
              <c:f>'Chart Data'!$D$2:$D$4</c:f>
              <c:numCache>
                <c:formatCode>#,##0</c:formatCode>
                <c:ptCount val="3"/>
                <c:pt idx="0">
                  <c:v>0</c:v>
                </c:pt>
                <c:pt idx="1">
                  <c:v>400</c:v>
                </c:pt>
                <c:pt idx="2">
                  <c:v>700</c:v>
                </c:pt>
              </c:numCache>
            </c:numRef>
          </c:val>
        </c:ser>
        <c:ser>
          <c:idx val="2"/>
          <c:order val="2"/>
          <c:tx>
            <c:v>Uncertain</c:v>
          </c:tx>
          <c:spPr>
            <a:solidFill xmlns:a="http://schemas.openxmlformats.org/drawingml/2006/main">
              <a:srgbClr val="D8AA4E"/>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503600"/>
                    </a:solidFill>
                    <a:latin typeface="Segoe UI"/>
                    <a:ea typeface="Segoe UI"/>
                    <a:cs typeface="Segoe UI"/>
                  </a:defRPr>
                </a:pPr>
              </a:p>
            </c:txPr>
            <c:dLblPos val="ctr"/>
            <c:showLegendKey val="0"/>
            <c:showVal val="1"/>
            <c:showCatName val="0"/>
            <c:showSerName val="0"/>
            <c:showPercent val="0"/>
            <c:showBubbleSize val="0"/>
            <c:showLeaderLines val="0"/>
          </c:dLbls>
          <c:cat>
            <c:strRef>
              <c:f>'Chart Data'!$E$2:$E$4</c:f>
              <c:strCache>
                <c:ptCount val="3"/>
                <c:pt idx="0">
                  <c:v>Blanket policy</c:v>
                </c:pt>
                <c:pt idx="1">
                  <c:v>Initial scope</c:v>
                </c:pt>
                <c:pt idx="2">
                  <c:v>Revised scope</c:v>
                </c:pt>
              </c:strCache>
            </c:strRef>
          </c:cat>
          <c:val>
            <c:numRef>
              <c:f>'Chart Data'!$F$2:$F$4</c:f>
              <c:numCache>
                <c:formatCode>#,##0</c:formatCode>
                <c:ptCount val="3"/>
                <c:pt idx="0">
                  <c:v>0</c:v>
                </c:pt>
                <c:pt idx="1">
                  <c:v>100</c:v>
                </c:pt>
                <c:pt idx="2">
                  <c:v>100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Segoe UI"/>
                  <a:ea typeface="Segoe UI"/>
                  <a:cs typeface="Segoe UI"/>
                </a:defRPr>
              </a:pPr>
            </a:p>
          </c:txPr>
          <c:dLblPos val="ctr"/>
          <c:showLegendKey val="0"/>
          <c:showVal val="1"/>
          <c:showCatName val="0"/>
          <c:showSerName val="0"/>
          <c:showPercent val="0"/>
          <c:showBubbleSize val="0"/>
          <c:showLeaderLines val="0"/>
        </c:dLbls>
        <c:gapWidth val="85"/>
        <c:overlap val="100"/>
        <c:axId val="48650112"/>
        <c:axId val="48672768"/>
      </c:barChart>
      <c:catAx>
        <c:axId val="48650112"/>
        <c:scaling>
          <c:orientation val="minMax"/>
        </c:scaling>
        <c:delete val="0"/>
        <c:axPos val="l"/>
        <c:majorGridlines>
          <c:spPr>
            <a:ln xmlns:a="http://schemas.openxmlformats.org/drawingml/2006/main" w="0">
              <a:no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Segoe UI"/>
                <a:ea typeface="Segoe UI"/>
                <a:cs typeface="Segoe UI"/>
              </a:defRPr>
            </a:pPr>
          </a:p>
        </c:txPr>
        <c:crossAx val="48672768"/>
      </c:catAx>
      <c:valAx>
        <c:axId val="48672768"/>
        <c:scaling>
          <c:orientation val="minMax"/>
        </c:scaling>
        <c:delete val="0"/>
        <c:axPos val="b"/>
        <c:majorGridlines>
          <c:spPr>
            <a:ln xmlns:a="http://schemas.openxmlformats.org/drawingml/2006/main" w="9525">
              <a:solidFill>
                <a:srgbClr val="E6EB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Segoe UI"/>
                <a:ea typeface="Segoe UI"/>
                <a:cs typeface="Segoe UI"/>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Segoe UI"/>
              <a:ea typeface="Segoe UI"/>
              <a:cs typeface="Segoe U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138"/>
        </a:solidFill>
      </p:bgPr>
    </p:bg>
    <p:spTree>
      <p:nvGrpSpPr>
        <p:cNvPr id="1" name=""/>
        <p:cNvGrpSpPr/>
        <p:nvPr/>
      </p:nvGrpSpPr>
      <p:grpSpPr>
        <a:xfrm xmlns:a="http://schemas.openxmlformats.org/drawingml/2006/main"/>
      </p:grpSpPr>
      <p:sp>
        <p:nvSpPr>
          <p:cNvPr id="6" name="text-uqc1u7-1160-672">
            <a:extLst xmlns:a="http://schemas.openxmlformats.org/drawingml/2006/main">
              <a:ext uri="{FF2B5EF4-FFF2-40B4-BE49-F238E27FC236}">
                <a16:creationId xmlns:a16="http://schemas.microsoft.com/office/drawing/2014/main" id="{E0B1E529-B46C-41B6-B0E3-961C86F10495}"/>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9BBCF"/>
                </a:solidFill>
                <a:latin typeface="Segoe UI"/>
                <a:ea typeface="Segoe UI"/>
                <a:cs typeface="Segoe UI"/>
              </a:defRPr>
            </a:defPPr>
            <a:lvl1pPr algn="l">
              <a:defRPr sz="1275" b="0">
                <a:solidFill>
                  <a:srgbClr val="A9BBCF"/>
                </a:solidFill>
                <a:latin typeface="Segoe UI"/>
                <a:ea typeface="Segoe UI"/>
                <a:cs typeface="Segoe UI"/>
              </a:defRPr>
            </a:lvl1pPr>
            <a:lvl2pPr algn="l">
              <a:defRPr sz="1275" b="0">
                <a:solidFill>
                  <a:srgbClr val="A9BBCF"/>
                </a:solidFill>
                <a:latin typeface="Segoe UI"/>
                <a:ea typeface="Segoe UI"/>
                <a:cs typeface="Segoe UI"/>
              </a:defRPr>
            </a:lvl2pPr>
            <a:lvl3pPr algn="l">
              <a:defRPr sz="1275" b="0">
                <a:solidFill>
                  <a:srgbClr val="A9BBCF"/>
                </a:solidFill>
                <a:latin typeface="Segoe UI"/>
                <a:ea typeface="Segoe UI"/>
                <a:cs typeface="Segoe UI"/>
              </a:defRPr>
            </a:lvl3pPr>
            <a:lvl4pPr algn="l">
              <a:defRPr sz="1275" b="0">
                <a:solidFill>
                  <a:srgbClr val="A9BBCF"/>
                </a:solidFill>
                <a:latin typeface="Segoe UI"/>
                <a:ea typeface="Segoe UI"/>
                <a:cs typeface="Segoe UI"/>
              </a:defRPr>
            </a:lvl4pPr>
            <a:lvl5pPr algn="l">
              <a:defRPr sz="1275" b="0">
                <a:solidFill>
                  <a:srgbClr val="A9BBCF"/>
                </a:solidFill>
                <a:latin typeface="Segoe UI"/>
                <a:ea typeface="Segoe UI"/>
                <a:cs typeface="Segoe UI"/>
              </a:defRPr>
            </a:lvl5pPr>
            <a:lvl6pPr algn="l">
              <a:defRPr sz="1275" b="0">
                <a:solidFill>
                  <a:srgbClr val="A9BBCF"/>
                </a:solidFill>
                <a:latin typeface="Segoe UI"/>
                <a:ea typeface="Segoe UI"/>
                <a:cs typeface="Segoe UI"/>
              </a:defRPr>
            </a:lvl6pPr>
            <a:lvl7pPr algn="l">
              <a:defRPr sz="1275" b="0">
                <a:solidFill>
                  <a:srgbClr val="A9BBCF"/>
                </a:solidFill>
                <a:latin typeface="Segoe UI"/>
                <a:ea typeface="Segoe UI"/>
                <a:cs typeface="Segoe UI"/>
              </a:defRPr>
            </a:lvl7pPr>
            <a:lvl8pPr algn="l">
              <a:defRPr sz="1275" b="0">
                <a:solidFill>
                  <a:srgbClr val="A9BBCF"/>
                </a:solidFill>
                <a:latin typeface="Segoe UI"/>
                <a:ea typeface="Segoe UI"/>
                <a:cs typeface="Segoe UI"/>
              </a:defRPr>
            </a:lvl8pPr>
            <a:lvl9pPr algn="l">
              <a:defRPr sz="1275" b="0">
                <a:solidFill>
                  <a:srgbClr val="A9BBCF"/>
                </a:solidFill>
                <a:latin typeface="Segoe UI"/>
                <a:ea typeface="Segoe UI"/>
                <a:cs typeface="Segoe UI"/>
              </a:defRPr>
            </a:lvl9pPr>
          </a:lstStyle>
          <a:p xmlns:a="http://schemas.openxmlformats.org/drawingml/2006/main">
            <a:pPr algn="l">
              <a:defRPr sz="1275" b="0">
                <a:solidFill>
                  <a:srgbClr val="A9BBCF"/>
                </a:solidFill>
                <a:latin typeface="Segoe UI"/>
                <a:ea typeface="Segoe UI"/>
                <a:cs typeface="Segoe UI"/>
              </a:defRPr>
            </a:pPr>
            <a:r>
              <a:rPr sz="1275" b="0">
                <a:solidFill>
                  <a:srgbClr val="A9BBCF"/>
                </a:solidFill>
                <a:latin typeface="Segoe UI"/>
                <a:ea typeface="Segoe UI"/>
                <a:cs typeface="Segoe UI"/>
              </a:rPr>
              <a:t>01</a:t>
            </a:r>
          </a:p>
        </p:txBody>
      </p:sp>
      <p:sp>
        <p:nvSpPr>
          <p:cNvPr id="2" name="text-uqc1u7-72-168">
            <a:extLst xmlns:a="http://schemas.openxmlformats.org/drawingml/2006/main">
              <a:ext uri="{FF2B5EF4-FFF2-40B4-BE49-F238E27FC236}">
                <a16:creationId xmlns:a16="http://schemas.microsoft.com/office/drawing/2014/main" id="{5EBD8969-6444-4EA6-ACD1-4B916DD498D0}"/>
              </a:ext>
            </a:extLst>
          </p:cNvPr>
          <p:cNvSpPr>
            <a:spLocks xmlns:a="http://schemas.openxmlformats.org/drawingml/2006/main" noGrp="1"/>
          </p:cNvSpPr>
          <p:nvPr/>
        </p:nvSpPr>
        <p:spPr>
          <a:xfrm xmlns:a="http://schemas.openxmlformats.org/drawingml/2006/main">
            <a:off x="685800" y="16002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FFFFFF"/>
                </a:solidFill>
                <a:latin typeface="Segoe UI"/>
                <a:ea typeface="Segoe UI"/>
                <a:cs typeface="Segoe UI"/>
              </a:defRPr>
            </a:defPPr>
            <a:lvl1pPr algn="l">
              <a:defRPr sz="7200" b="1">
                <a:solidFill>
                  <a:srgbClr val="FFFFFF"/>
                </a:solidFill>
                <a:latin typeface="Segoe UI"/>
                <a:ea typeface="Segoe UI"/>
                <a:cs typeface="Segoe UI"/>
              </a:defRPr>
            </a:lvl1pPr>
            <a:lvl2pPr algn="l">
              <a:defRPr sz="7200" b="1">
                <a:solidFill>
                  <a:srgbClr val="FFFFFF"/>
                </a:solidFill>
                <a:latin typeface="Segoe UI"/>
                <a:ea typeface="Segoe UI"/>
                <a:cs typeface="Segoe UI"/>
              </a:defRPr>
            </a:lvl2pPr>
            <a:lvl3pPr algn="l">
              <a:defRPr sz="7200" b="1">
                <a:solidFill>
                  <a:srgbClr val="FFFFFF"/>
                </a:solidFill>
                <a:latin typeface="Segoe UI"/>
                <a:ea typeface="Segoe UI"/>
                <a:cs typeface="Segoe UI"/>
              </a:defRPr>
            </a:lvl3pPr>
            <a:lvl4pPr algn="l">
              <a:defRPr sz="7200" b="1">
                <a:solidFill>
                  <a:srgbClr val="FFFFFF"/>
                </a:solidFill>
                <a:latin typeface="Segoe UI"/>
                <a:ea typeface="Segoe UI"/>
                <a:cs typeface="Segoe UI"/>
              </a:defRPr>
            </a:lvl4pPr>
            <a:lvl5pPr algn="l">
              <a:defRPr sz="7200" b="1">
                <a:solidFill>
                  <a:srgbClr val="FFFFFF"/>
                </a:solidFill>
                <a:latin typeface="Segoe UI"/>
                <a:ea typeface="Segoe UI"/>
                <a:cs typeface="Segoe UI"/>
              </a:defRPr>
            </a:lvl5pPr>
            <a:lvl6pPr algn="l">
              <a:defRPr sz="7200" b="1">
                <a:solidFill>
                  <a:srgbClr val="FFFFFF"/>
                </a:solidFill>
                <a:latin typeface="Segoe UI"/>
                <a:ea typeface="Segoe UI"/>
                <a:cs typeface="Segoe UI"/>
              </a:defRPr>
            </a:lvl6pPr>
            <a:lvl7pPr algn="l">
              <a:defRPr sz="7200" b="1">
                <a:solidFill>
                  <a:srgbClr val="FFFFFF"/>
                </a:solidFill>
                <a:latin typeface="Segoe UI"/>
                <a:ea typeface="Segoe UI"/>
                <a:cs typeface="Segoe UI"/>
              </a:defRPr>
            </a:lvl7pPr>
            <a:lvl8pPr algn="l">
              <a:defRPr sz="7200" b="1">
                <a:solidFill>
                  <a:srgbClr val="FFFFFF"/>
                </a:solidFill>
                <a:latin typeface="Segoe UI"/>
                <a:ea typeface="Segoe UI"/>
                <a:cs typeface="Segoe UI"/>
              </a:defRPr>
            </a:lvl8pPr>
            <a:lvl9pPr algn="l">
              <a:defRPr sz="7200" b="1">
                <a:solidFill>
                  <a:srgbClr val="FFFFFF"/>
                </a:solidFill>
                <a:latin typeface="Segoe UI"/>
                <a:ea typeface="Segoe UI"/>
                <a:cs typeface="Segoe UI"/>
              </a:defRPr>
            </a:lvl9pPr>
          </a:lstStyle>
          <a:p xmlns:a="http://schemas.openxmlformats.org/drawingml/2006/main">
            <a:pPr algn="l">
              <a:defRPr sz="7200" b="1">
                <a:solidFill>
                  <a:srgbClr val="FFFFFF"/>
                </a:solidFill>
                <a:latin typeface="Segoe UI"/>
                <a:ea typeface="Segoe UI"/>
                <a:cs typeface="Segoe UI"/>
              </a:defRPr>
            </a:pPr>
            <a:r>
              <a:rPr sz="7200" b="1">
                <a:solidFill>
                  <a:srgbClr val="FFFFFF"/>
                </a:solidFill>
                <a:latin typeface="Segoe UI"/>
                <a:ea typeface="Segoe UI"/>
                <a:cs typeface="Segoe UI"/>
              </a:rPr>
              <a:t>BatchFence</a:t>
            </a:r>
          </a:p>
        </p:txBody>
      </p:sp>
      <p:sp>
        <p:nvSpPr>
          <p:cNvPr id="3" name="text-uqc1u7-77-320">
            <a:extLst xmlns:a="http://schemas.openxmlformats.org/drawingml/2006/main">
              <a:ext uri="{FF2B5EF4-FFF2-40B4-BE49-F238E27FC236}">
                <a16:creationId xmlns:a16="http://schemas.microsoft.com/office/drawing/2014/main" id="{AA8FD9A6-E503-47EF-9652-95D41AF35428}"/>
              </a:ext>
            </a:extLst>
          </p:cNvPr>
          <p:cNvSpPr>
            <a:spLocks xmlns:a="http://schemas.openxmlformats.org/drawingml/2006/main" noGrp="1"/>
          </p:cNvSpPr>
          <p:nvPr/>
        </p:nvSpPr>
        <p:spPr>
          <a:xfrm xmlns:a="http://schemas.openxmlformats.org/drawingml/2006/main">
            <a:off x="733425" y="30480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A8DCD7"/>
                </a:solidFill>
                <a:latin typeface="Segoe UI"/>
                <a:ea typeface="Segoe UI"/>
                <a:cs typeface="Segoe UI"/>
              </a:defRPr>
            </a:defPPr>
            <a:lvl1pPr algn="l">
              <a:defRPr sz="3225" b="0">
                <a:solidFill>
                  <a:srgbClr val="A8DCD7"/>
                </a:solidFill>
                <a:latin typeface="Segoe UI"/>
                <a:ea typeface="Segoe UI"/>
                <a:cs typeface="Segoe UI"/>
              </a:defRPr>
            </a:lvl1pPr>
            <a:lvl2pPr algn="l">
              <a:defRPr sz="3225" b="0">
                <a:solidFill>
                  <a:srgbClr val="A8DCD7"/>
                </a:solidFill>
                <a:latin typeface="Segoe UI"/>
                <a:ea typeface="Segoe UI"/>
                <a:cs typeface="Segoe UI"/>
              </a:defRPr>
            </a:lvl2pPr>
            <a:lvl3pPr algn="l">
              <a:defRPr sz="3225" b="0">
                <a:solidFill>
                  <a:srgbClr val="A8DCD7"/>
                </a:solidFill>
                <a:latin typeface="Segoe UI"/>
                <a:ea typeface="Segoe UI"/>
                <a:cs typeface="Segoe UI"/>
              </a:defRPr>
            </a:lvl3pPr>
            <a:lvl4pPr algn="l">
              <a:defRPr sz="3225" b="0">
                <a:solidFill>
                  <a:srgbClr val="A8DCD7"/>
                </a:solidFill>
                <a:latin typeface="Segoe UI"/>
                <a:ea typeface="Segoe UI"/>
                <a:cs typeface="Segoe UI"/>
              </a:defRPr>
            </a:lvl4pPr>
            <a:lvl5pPr algn="l">
              <a:defRPr sz="3225" b="0">
                <a:solidFill>
                  <a:srgbClr val="A8DCD7"/>
                </a:solidFill>
                <a:latin typeface="Segoe UI"/>
                <a:ea typeface="Segoe UI"/>
                <a:cs typeface="Segoe UI"/>
              </a:defRPr>
            </a:lvl5pPr>
            <a:lvl6pPr algn="l">
              <a:defRPr sz="3225" b="0">
                <a:solidFill>
                  <a:srgbClr val="A8DCD7"/>
                </a:solidFill>
                <a:latin typeface="Segoe UI"/>
                <a:ea typeface="Segoe UI"/>
                <a:cs typeface="Segoe UI"/>
              </a:defRPr>
            </a:lvl6pPr>
            <a:lvl7pPr algn="l">
              <a:defRPr sz="3225" b="0">
                <a:solidFill>
                  <a:srgbClr val="A8DCD7"/>
                </a:solidFill>
                <a:latin typeface="Segoe UI"/>
                <a:ea typeface="Segoe UI"/>
                <a:cs typeface="Segoe UI"/>
              </a:defRPr>
            </a:lvl7pPr>
            <a:lvl8pPr algn="l">
              <a:defRPr sz="3225" b="0">
                <a:solidFill>
                  <a:srgbClr val="A8DCD7"/>
                </a:solidFill>
                <a:latin typeface="Segoe UI"/>
                <a:ea typeface="Segoe UI"/>
                <a:cs typeface="Segoe UI"/>
              </a:defRPr>
            </a:lvl8pPr>
            <a:lvl9pPr algn="l">
              <a:defRPr sz="3225" b="0">
                <a:solidFill>
                  <a:srgbClr val="A8DCD7"/>
                </a:solidFill>
                <a:latin typeface="Segoe UI"/>
                <a:ea typeface="Segoe UI"/>
                <a:cs typeface="Segoe UI"/>
              </a:defRPr>
            </a:lvl9pPr>
          </a:lstStyle>
          <a:p xmlns:a="http://schemas.openxmlformats.org/drawingml/2006/main">
            <a:pPr algn="l">
              <a:defRPr sz="3225" b="0">
                <a:solidFill>
                  <a:srgbClr val="A8DCD7"/>
                </a:solidFill>
                <a:latin typeface="Segoe UI"/>
                <a:ea typeface="Segoe UI"/>
                <a:cs typeface="Segoe UI"/>
              </a:defRPr>
            </a:pPr>
            <a:r>
              <a:rPr sz="3225" b="0">
                <a:solidFill>
                  <a:srgbClr val="A8DCD7"/>
                </a:solidFill>
                <a:latin typeface="Segoe UI"/>
                <a:ea typeface="Segoe UI"/>
                <a:cs typeface="Segoe UI"/>
              </a:rPr>
              <a:t>Evidence-backed lot containment</a:t>
            </a:r>
          </a:p>
        </p:txBody>
      </p:sp>
      <p:sp>
        <p:nvSpPr>
          <p:cNvPr id="4" name="text-uqc1u7-78-529">
            <a:extLst xmlns:a="http://schemas.openxmlformats.org/drawingml/2006/main">
              <a:ext uri="{FF2B5EF4-FFF2-40B4-BE49-F238E27FC236}">
                <a16:creationId xmlns:a16="http://schemas.microsoft.com/office/drawing/2014/main" id="{7C2E9473-A65B-46D9-84F3-B1E60DF182AF}"/>
              </a:ext>
            </a:extLst>
          </p:cNvPr>
          <p:cNvSpPr>
            <a:spLocks xmlns:a="http://schemas.openxmlformats.org/drawingml/2006/main" noGrp="1"/>
          </p:cNvSpPr>
          <p:nvPr/>
        </p:nvSpPr>
        <p:spPr>
          <a:xfrm xmlns:a="http://schemas.openxmlformats.org/drawingml/2006/main">
            <a:off x="742950" y="50387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3DFEB"/>
                </a:solidFill>
                <a:latin typeface="Segoe UI"/>
                <a:ea typeface="Segoe UI"/>
                <a:cs typeface="Segoe UI"/>
              </a:defRPr>
            </a:defPPr>
            <a:lvl1pPr algn="l">
              <a:defRPr sz="2100" b="0">
                <a:solidFill>
                  <a:srgbClr val="D3DFEB"/>
                </a:solidFill>
                <a:latin typeface="Segoe UI"/>
                <a:ea typeface="Segoe UI"/>
                <a:cs typeface="Segoe UI"/>
              </a:defRPr>
            </a:lvl1pPr>
            <a:lvl2pPr algn="l">
              <a:defRPr sz="2100" b="0">
                <a:solidFill>
                  <a:srgbClr val="D3DFEB"/>
                </a:solidFill>
                <a:latin typeface="Segoe UI"/>
                <a:ea typeface="Segoe UI"/>
                <a:cs typeface="Segoe UI"/>
              </a:defRPr>
            </a:lvl2pPr>
            <a:lvl3pPr algn="l">
              <a:defRPr sz="2100" b="0">
                <a:solidFill>
                  <a:srgbClr val="D3DFEB"/>
                </a:solidFill>
                <a:latin typeface="Segoe UI"/>
                <a:ea typeface="Segoe UI"/>
                <a:cs typeface="Segoe UI"/>
              </a:defRPr>
            </a:lvl3pPr>
            <a:lvl4pPr algn="l">
              <a:defRPr sz="2100" b="0">
                <a:solidFill>
                  <a:srgbClr val="D3DFEB"/>
                </a:solidFill>
                <a:latin typeface="Segoe UI"/>
                <a:ea typeface="Segoe UI"/>
                <a:cs typeface="Segoe UI"/>
              </a:defRPr>
            </a:lvl4pPr>
            <a:lvl5pPr algn="l">
              <a:defRPr sz="2100" b="0">
                <a:solidFill>
                  <a:srgbClr val="D3DFEB"/>
                </a:solidFill>
                <a:latin typeface="Segoe UI"/>
                <a:ea typeface="Segoe UI"/>
                <a:cs typeface="Segoe UI"/>
              </a:defRPr>
            </a:lvl5pPr>
            <a:lvl6pPr algn="l">
              <a:defRPr sz="2100" b="0">
                <a:solidFill>
                  <a:srgbClr val="D3DFEB"/>
                </a:solidFill>
                <a:latin typeface="Segoe UI"/>
                <a:ea typeface="Segoe UI"/>
                <a:cs typeface="Segoe UI"/>
              </a:defRPr>
            </a:lvl6pPr>
            <a:lvl7pPr algn="l">
              <a:defRPr sz="2100" b="0">
                <a:solidFill>
                  <a:srgbClr val="D3DFEB"/>
                </a:solidFill>
                <a:latin typeface="Segoe UI"/>
                <a:ea typeface="Segoe UI"/>
                <a:cs typeface="Segoe UI"/>
              </a:defRPr>
            </a:lvl7pPr>
            <a:lvl8pPr algn="l">
              <a:defRPr sz="2100" b="0">
                <a:solidFill>
                  <a:srgbClr val="D3DFEB"/>
                </a:solidFill>
                <a:latin typeface="Segoe UI"/>
                <a:ea typeface="Segoe UI"/>
                <a:cs typeface="Segoe UI"/>
              </a:defRPr>
            </a:lvl8pPr>
            <a:lvl9pPr algn="l">
              <a:defRPr sz="2100" b="0">
                <a:solidFill>
                  <a:srgbClr val="D3DFEB"/>
                </a:solidFill>
                <a:latin typeface="Segoe UI"/>
                <a:ea typeface="Segoe UI"/>
                <a:cs typeface="Segoe UI"/>
              </a:defRPr>
            </a:lvl9pPr>
          </a:lstStyle>
          <a:p xmlns:a="http://schemas.openxmlformats.org/drawingml/2006/main">
            <a:pPr algn="l">
              <a:defRPr sz="2100" b="0">
                <a:solidFill>
                  <a:srgbClr val="D3DFEB"/>
                </a:solidFill>
                <a:latin typeface="Segoe UI"/>
                <a:ea typeface="Segoe UI"/>
                <a:cs typeface="Segoe UI"/>
              </a:defRPr>
            </a:pPr>
            <a:r>
              <a:rPr sz="2100" b="0">
                <a:solidFill>
                  <a:srgbClr val="D3DFEB"/>
                </a:solidFill>
                <a:latin typeface="Segoe UI"/>
                <a:ea typeface="Segoe UI"/>
                <a:cs typeface="Segoe UI"/>
              </a:rPr>
              <a:t>Web and Windows</a:t>
            </a:r>
          </a:p>
        </p:txBody>
      </p:sp>
      <p:sp>
        <p:nvSpPr>
          <p:cNvPr id="5" name="text-uqc1u7-78-591">
            <a:extLst xmlns:a="http://schemas.openxmlformats.org/drawingml/2006/main">
              <a:ext uri="{FF2B5EF4-FFF2-40B4-BE49-F238E27FC236}">
                <a16:creationId xmlns:a16="http://schemas.microsoft.com/office/drawing/2014/main" id="{D0A5FBA8-D681-42E9-AEE9-43B22D7251AD}"/>
              </a:ext>
            </a:extLst>
          </p:cNvPr>
          <p:cNvSpPr>
            <a:spLocks xmlns:a="http://schemas.openxmlformats.org/drawingml/2006/main" noGrp="1"/>
          </p:cNvSpPr>
          <p:nvPr/>
        </p:nvSpPr>
        <p:spPr>
          <a:xfrm xmlns:a="http://schemas.openxmlformats.org/drawingml/2006/main">
            <a:off x="742950" y="56292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9BBCF"/>
                </a:solidFill>
                <a:latin typeface="Segoe UI"/>
                <a:ea typeface="Segoe UI"/>
                <a:cs typeface="Segoe UI"/>
              </a:defRPr>
            </a:defPPr>
            <a:lvl1pPr algn="l">
              <a:defRPr sz="1575" b="0">
                <a:solidFill>
                  <a:srgbClr val="A9BBCF"/>
                </a:solidFill>
                <a:latin typeface="Segoe UI"/>
                <a:ea typeface="Segoe UI"/>
                <a:cs typeface="Segoe UI"/>
              </a:defRPr>
            </a:lvl1pPr>
            <a:lvl2pPr algn="l">
              <a:defRPr sz="1575" b="0">
                <a:solidFill>
                  <a:srgbClr val="A9BBCF"/>
                </a:solidFill>
                <a:latin typeface="Segoe UI"/>
                <a:ea typeface="Segoe UI"/>
                <a:cs typeface="Segoe UI"/>
              </a:defRPr>
            </a:lvl2pPr>
            <a:lvl3pPr algn="l">
              <a:defRPr sz="1575" b="0">
                <a:solidFill>
                  <a:srgbClr val="A9BBCF"/>
                </a:solidFill>
                <a:latin typeface="Segoe UI"/>
                <a:ea typeface="Segoe UI"/>
                <a:cs typeface="Segoe UI"/>
              </a:defRPr>
            </a:lvl3pPr>
            <a:lvl4pPr algn="l">
              <a:defRPr sz="1575" b="0">
                <a:solidFill>
                  <a:srgbClr val="A9BBCF"/>
                </a:solidFill>
                <a:latin typeface="Segoe UI"/>
                <a:ea typeface="Segoe UI"/>
                <a:cs typeface="Segoe UI"/>
              </a:defRPr>
            </a:lvl4pPr>
            <a:lvl5pPr algn="l">
              <a:defRPr sz="1575" b="0">
                <a:solidFill>
                  <a:srgbClr val="A9BBCF"/>
                </a:solidFill>
                <a:latin typeface="Segoe UI"/>
                <a:ea typeface="Segoe UI"/>
                <a:cs typeface="Segoe UI"/>
              </a:defRPr>
            </a:lvl5pPr>
            <a:lvl6pPr algn="l">
              <a:defRPr sz="1575" b="0">
                <a:solidFill>
                  <a:srgbClr val="A9BBCF"/>
                </a:solidFill>
                <a:latin typeface="Segoe UI"/>
                <a:ea typeface="Segoe UI"/>
                <a:cs typeface="Segoe UI"/>
              </a:defRPr>
            </a:lvl6pPr>
            <a:lvl7pPr algn="l">
              <a:defRPr sz="1575" b="0">
                <a:solidFill>
                  <a:srgbClr val="A9BBCF"/>
                </a:solidFill>
                <a:latin typeface="Segoe UI"/>
                <a:ea typeface="Segoe UI"/>
                <a:cs typeface="Segoe UI"/>
              </a:defRPr>
            </a:lvl7pPr>
            <a:lvl8pPr algn="l">
              <a:defRPr sz="1575" b="0">
                <a:solidFill>
                  <a:srgbClr val="A9BBCF"/>
                </a:solidFill>
                <a:latin typeface="Segoe UI"/>
                <a:ea typeface="Segoe UI"/>
                <a:cs typeface="Segoe UI"/>
              </a:defRPr>
            </a:lvl8pPr>
            <a:lvl9pPr algn="l">
              <a:defRPr sz="1575" b="0">
                <a:solidFill>
                  <a:srgbClr val="A9BBCF"/>
                </a:solidFill>
                <a:latin typeface="Segoe UI"/>
                <a:ea typeface="Segoe UI"/>
                <a:cs typeface="Segoe UI"/>
              </a:defRPr>
            </a:lvl9pPr>
          </a:lstStyle>
          <a:p xmlns:a="http://schemas.openxmlformats.org/drawingml/2006/main">
            <a:pPr algn="l">
              <a:defRPr sz="1575" b="0">
                <a:solidFill>
                  <a:srgbClr val="A9BBCF"/>
                </a:solidFill>
                <a:latin typeface="Segoe UI"/>
                <a:ea typeface="Segoe UI"/>
                <a:cs typeface="Segoe UI"/>
              </a:defRPr>
            </a:pPr>
            <a:r>
              <a:rPr sz="1575" b="0">
                <a:solidFill>
                  <a:srgbClr val="A9BBCF"/>
                </a:solidFill>
                <a:latin typeface="Segoe UI"/>
                <a:ea typeface="Segoe UI"/>
                <a:cs typeface="Segoe UI"/>
              </a:rPr>
              <a:t>Project presentation</a:t>
            </a:r>
          </a:p>
          <a:p xmlns:a="http://schemas.openxmlformats.org/drawingml/2006/main">
            <a:pPr algn="l">
              <a:defRPr sz="1575" b="0">
                <a:solidFill>
                  <a:srgbClr val="A9BBCF"/>
                </a:solidFill>
                <a:latin typeface="Segoe UI"/>
                <a:ea typeface="Segoe UI"/>
                <a:cs typeface="Segoe UI"/>
              </a:defRPr>
            </a:pPr>
            <a:r>
              <a:rPr sz="1575" b="0">
                <a:solidFill>
                  <a:srgbClr val="A9BBCF"/>
                </a:solidFill>
                <a:latin typeface="Segoe UI"/>
                <a:ea typeface="Segoe UI"/>
                <a:cs typeface="Segoe UI"/>
              </a:rPr>
              <a:t>18 October 2026</a:t>
            </a:r>
          </a:p>
        </p:txBody>
      </p:sp>
    </p:spTree>
    <p:extLst>
      <p:ext uri="{BB962C8B-B14F-4D97-AF65-F5344CB8AC3E}">
        <p14:creationId xmlns:p14="http://schemas.microsoft.com/office/powerpoint/2010/main" val="6516579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v2dsnu-72-52">
            <a:extLst xmlns:a="http://schemas.openxmlformats.org/drawingml/2006/main">
              <a:ext uri="{FF2B5EF4-FFF2-40B4-BE49-F238E27FC236}">
                <a16:creationId xmlns:a16="http://schemas.microsoft.com/office/drawing/2014/main" id="{44400894-F7EB-4437-A3D7-F947718DD7E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Which stock should we hold now?</a:t>
            </a:r>
          </a:p>
        </p:txBody>
      </p:sp>
      <p:sp>
        <p:nvSpPr>
          <p:cNvPr id="2" name="text-v2dsnu-1160-672">
            <a:extLst xmlns:a="http://schemas.openxmlformats.org/drawingml/2006/main">
              <a:ext uri="{FF2B5EF4-FFF2-40B4-BE49-F238E27FC236}">
                <a16:creationId xmlns:a16="http://schemas.microsoft.com/office/drawing/2014/main" id="{3C7EECE9-5997-4F4A-B021-F72AE8CCF814}"/>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02</a:t>
            </a:r>
          </a:p>
        </p:txBody>
      </p:sp>
      <p:sp>
        <p:nvSpPr>
          <p:cNvPr id="3" name="text-v2dsnu-72-182">
            <a:extLst xmlns:a="http://schemas.openxmlformats.org/drawingml/2006/main">
              <a:ext uri="{FF2B5EF4-FFF2-40B4-BE49-F238E27FC236}">
                <a16:creationId xmlns:a16="http://schemas.microsoft.com/office/drawing/2014/main" id="{0E78AEDD-344E-4D6A-BAB8-743C275C339D}"/>
              </a:ext>
            </a:extLst>
          </p:cNvPr>
          <p:cNvSpPr>
            <a:spLocks xmlns:a="http://schemas.openxmlformats.org/drawingml/2006/main" noGrp="1"/>
          </p:cNvSpPr>
          <p:nvPr/>
        </p:nvSpPr>
        <p:spPr>
          <a:xfrm xmlns:a="http://schemas.openxmlformats.org/drawingml/2006/main">
            <a:off x="685800" y="17335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A revised supplier notice</a:t>
            </a:r>
          </a:p>
        </p:txBody>
      </p:sp>
      <p:sp>
        <p:nvSpPr>
          <p:cNvPr id="4" name="text-v2dsnu-72-224">
            <a:extLst xmlns:a="http://schemas.openxmlformats.org/drawingml/2006/main">
              <a:ext uri="{FF2B5EF4-FFF2-40B4-BE49-F238E27FC236}">
                <a16:creationId xmlns:a16="http://schemas.microsoft.com/office/drawing/2014/main" id="{1DAD86F0-D8D8-4B85-9D34-E743626ED971}"/>
              </a:ext>
            </a:extLst>
          </p:cNvPr>
          <p:cNvSpPr>
            <a:spLocks xmlns:a="http://schemas.openxmlformats.org/drawingml/2006/main" noGrp="1"/>
          </p:cNvSpPr>
          <p:nvPr/>
        </p:nvSpPr>
        <p:spPr>
          <a:xfrm xmlns:a="http://schemas.openxmlformats.org/drawingml/2006/main">
            <a:off x="685800" y="2133600"/>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Changes which lots the incident includes</a:t>
            </a:r>
          </a:p>
        </p:txBody>
      </p:sp>
      <p:sp>
        <p:nvSpPr>
          <p:cNvPr id="5" name="text-v2dsnu-72-302">
            <a:extLst xmlns:a="http://schemas.openxmlformats.org/drawingml/2006/main">
              <a:ext uri="{FF2B5EF4-FFF2-40B4-BE49-F238E27FC236}">
                <a16:creationId xmlns:a16="http://schemas.microsoft.com/office/drawing/2014/main" id="{CE8022B2-B6AF-489A-8CC1-A0D0D73C23A5}"/>
              </a:ext>
            </a:extLst>
          </p:cNvPr>
          <p:cNvSpPr>
            <a:spLocks xmlns:a="http://schemas.openxmlformats.org/drawingml/2006/main" noGrp="1"/>
          </p:cNvSpPr>
          <p:nvPr/>
        </p:nvSpPr>
        <p:spPr>
          <a:xfrm xmlns:a="http://schemas.openxmlformats.org/drawingml/2006/main">
            <a:off x="685800" y="28765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Incomplete receiving records</a:t>
            </a:r>
          </a:p>
        </p:txBody>
      </p:sp>
      <p:sp>
        <p:nvSpPr>
          <p:cNvPr id="6" name="text-v2dsnu-72-344">
            <a:extLst xmlns:a="http://schemas.openxmlformats.org/drawingml/2006/main">
              <a:ext uri="{FF2B5EF4-FFF2-40B4-BE49-F238E27FC236}">
                <a16:creationId xmlns:a16="http://schemas.microsoft.com/office/drawing/2014/main" id="{7048FCDB-F1B4-4177-A1BC-6ED350148A3B}"/>
              </a:ext>
            </a:extLst>
          </p:cNvPr>
          <p:cNvSpPr>
            <a:spLocks xmlns:a="http://schemas.openxmlformats.org/drawingml/2006/main" noGrp="1"/>
          </p:cNvSpPr>
          <p:nvPr/>
        </p:nvSpPr>
        <p:spPr>
          <a:xfrm xmlns:a="http://schemas.openxmlformats.org/drawingml/2006/main">
            <a:off x="685800" y="3276600"/>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Leave some finished stock uncertain</a:t>
            </a:r>
          </a:p>
        </p:txBody>
      </p:sp>
      <p:sp>
        <p:nvSpPr>
          <p:cNvPr id="7" name="text-v2dsnu-72-422">
            <a:extLst xmlns:a="http://schemas.openxmlformats.org/drawingml/2006/main">
              <a:ext uri="{FF2B5EF4-FFF2-40B4-BE49-F238E27FC236}">
                <a16:creationId xmlns:a16="http://schemas.microsoft.com/office/drawing/2014/main" id="{E844C4CC-A695-4A7B-80C5-E3A704D98822}"/>
              </a:ext>
            </a:extLst>
          </p:cNvPr>
          <p:cNvSpPr>
            <a:spLocks xmlns:a="http://schemas.openxmlformats.org/drawingml/2006/main" noGrp="1"/>
          </p:cNvSpPr>
          <p:nvPr/>
        </p:nvSpPr>
        <p:spPr>
          <a:xfrm xmlns:a="http://schemas.openxmlformats.org/drawingml/2006/main">
            <a:off x="685800" y="40195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An approval tied to old evidence</a:t>
            </a:r>
          </a:p>
        </p:txBody>
      </p:sp>
      <p:sp>
        <p:nvSpPr>
          <p:cNvPr id="8" name="text-v2dsnu-72-464">
            <a:extLst xmlns:a="http://schemas.openxmlformats.org/drawingml/2006/main">
              <a:ext uri="{FF2B5EF4-FFF2-40B4-BE49-F238E27FC236}">
                <a16:creationId xmlns:a16="http://schemas.microsoft.com/office/drawing/2014/main" id="{DA301C1F-6BC1-49F7-ABC0-8BB674BE9A58}"/>
              </a:ext>
            </a:extLst>
          </p:cNvPr>
          <p:cNvSpPr>
            <a:spLocks xmlns:a="http://schemas.openxmlformats.org/drawingml/2006/main" noGrp="1"/>
          </p:cNvSpPr>
          <p:nvPr/>
        </p:nvSpPr>
        <p:spPr>
          <a:xfrm xmlns:a="http://schemas.openxmlformats.org/drawingml/2006/main">
            <a:off x="685800" y="4419600"/>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Cannot authorize the revised decision</a:t>
            </a:r>
          </a:p>
        </p:txBody>
      </p:sp>
      <p:pic>
        <p:nvPicPr>
          <p:cNvPr id="9" name="">
            <a:extLst xmlns:a="http://schemas.openxmlformats.org/drawingml/2006/main">
              <a:ext uri="{FF2B5EF4-FFF2-40B4-BE49-F238E27FC236}">
                <a16:creationId xmlns:a16="http://schemas.microsoft.com/office/drawing/2014/main" id="{C398FFE5-77FA-44E7-B7C6-01198D3513A5}"/>
              </a:ext>
            </a:extLst>
          </p:cNvPr>
          <p:cNvPicPr>
            <a:picLocks xmlns:a="http://schemas.openxmlformats.org/drawingml/2006/main" noChangeAspect="1"/>
          </p:cNvPicPr>
          <p:nvPr/>
        </p:nvPicPr>
        <p:blipFill>
          <a:blip xmlns:r="http://schemas.openxmlformats.org/officeDocument/2006/relationships" xmlns:a="http://schemas.openxmlformats.org/drawingml/2006/main" r:embed="R4d597cdb10c54e64"/>
          <a:stretch xmlns:a="http://schemas.openxmlformats.org/drawingml/2006/main"/>
        </p:blipFill>
        <p:spPr>
          <a:xfrm xmlns:a="http://schemas.openxmlformats.org/drawingml/2006/main">
            <a:off x="7810647" y="1362075"/>
            <a:ext cx="2952457" cy="4171950"/>
          </a:xfrm>
          <a:prstGeom xmlns:a="http://schemas.openxmlformats.org/drawingml/2006/main" prst="rect">
            <a:avLst/>
          </a:prstGeom>
        </p:spPr>
      </p:pic>
      <p:sp>
        <p:nvSpPr>
          <p:cNvPr id="10" name="text-v2dsnu-72-625">
            <a:extLst xmlns:a="http://schemas.openxmlformats.org/drawingml/2006/main">
              <a:ext uri="{FF2B5EF4-FFF2-40B4-BE49-F238E27FC236}">
                <a16:creationId xmlns:a16="http://schemas.microsoft.com/office/drawing/2014/main" id="{E4AA110C-8DA1-4328-9897-DD7CDDE471AB}"/>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Fictional engineering scenario. The original document remains available for review.</a:t>
            </a:r>
          </a:p>
        </p:txBody>
      </p:sp>
    </p:spTree>
    <p:extLst>
      <p:ext uri="{BB962C8B-B14F-4D97-AF65-F5344CB8AC3E}">
        <p14:creationId xmlns:p14="http://schemas.microsoft.com/office/powerpoint/2010/main" val="12701234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bz30zr-72-52">
            <a:extLst xmlns:a="http://schemas.openxmlformats.org/drawingml/2006/main">
              <a:ext uri="{FF2B5EF4-FFF2-40B4-BE49-F238E27FC236}">
                <a16:creationId xmlns:a16="http://schemas.microsoft.com/office/drawing/2014/main" id="{5645C0AD-1B69-4B0E-99B6-AB22A6D69366}"/>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The incident workflow</a:t>
            </a:r>
          </a:p>
        </p:txBody>
      </p:sp>
      <p:sp>
        <p:nvSpPr>
          <p:cNvPr id="2" name="text-bz30zr-1160-672">
            <a:extLst xmlns:a="http://schemas.openxmlformats.org/drawingml/2006/main">
              <a:ext uri="{FF2B5EF4-FFF2-40B4-BE49-F238E27FC236}">
                <a16:creationId xmlns:a16="http://schemas.microsoft.com/office/drawing/2014/main" id="{EB1796A4-FAE1-4BFE-AEFB-6E701667F027}"/>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03</a:t>
            </a:r>
          </a:p>
        </p:txBody>
      </p:sp>
      <p:sp>
        <p:nvSpPr>
          <p:cNvPr id="3" name="text-bz30zr-72-184">
            <a:extLst xmlns:a="http://schemas.openxmlformats.org/drawingml/2006/main">
              <a:ext uri="{FF2B5EF4-FFF2-40B4-BE49-F238E27FC236}">
                <a16:creationId xmlns:a16="http://schemas.microsoft.com/office/drawing/2014/main" id="{B60C945E-D414-4263-AE88-62C527CBE35C}"/>
              </a:ext>
            </a:extLst>
          </p:cNvPr>
          <p:cNvSpPr>
            <a:spLocks xmlns:a="http://schemas.openxmlformats.org/drawingml/2006/main" noGrp="1"/>
          </p:cNvSpPr>
          <p:nvPr/>
        </p:nvSpPr>
        <p:spPr>
          <a:xfrm xmlns:a="http://schemas.openxmlformats.org/drawingml/2006/main">
            <a:off x="685800" y="17526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67E78"/>
                </a:solidFill>
                <a:latin typeface="Segoe UI"/>
                <a:ea typeface="Segoe UI"/>
                <a:cs typeface="Segoe UI"/>
              </a:defRPr>
            </a:defPPr>
            <a:lvl1pPr algn="l">
              <a:defRPr sz="1950" b="1">
                <a:solidFill>
                  <a:srgbClr val="067E78"/>
                </a:solidFill>
                <a:latin typeface="Segoe UI"/>
                <a:ea typeface="Segoe UI"/>
                <a:cs typeface="Segoe UI"/>
              </a:defRPr>
            </a:lvl1pPr>
            <a:lvl2pPr algn="l">
              <a:defRPr sz="1950" b="1">
                <a:solidFill>
                  <a:srgbClr val="067E78"/>
                </a:solidFill>
                <a:latin typeface="Segoe UI"/>
                <a:ea typeface="Segoe UI"/>
                <a:cs typeface="Segoe UI"/>
              </a:defRPr>
            </a:lvl2pPr>
            <a:lvl3pPr algn="l">
              <a:defRPr sz="1950" b="1">
                <a:solidFill>
                  <a:srgbClr val="067E78"/>
                </a:solidFill>
                <a:latin typeface="Segoe UI"/>
                <a:ea typeface="Segoe UI"/>
                <a:cs typeface="Segoe UI"/>
              </a:defRPr>
            </a:lvl3pPr>
            <a:lvl4pPr algn="l">
              <a:defRPr sz="1950" b="1">
                <a:solidFill>
                  <a:srgbClr val="067E78"/>
                </a:solidFill>
                <a:latin typeface="Segoe UI"/>
                <a:ea typeface="Segoe UI"/>
                <a:cs typeface="Segoe UI"/>
              </a:defRPr>
            </a:lvl4pPr>
            <a:lvl5pPr algn="l">
              <a:defRPr sz="1950" b="1">
                <a:solidFill>
                  <a:srgbClr val="067E78"/>
                </a:solidFill>
                <a:latin typeface="Segoe UI"/>
                <a:ea typeface="Segoe UI"/>
                <a:cs typeface="Segoe UI"/>
              </a:defRPr>
            </a:lvl5pPr>
            <a:lvl6pPr algn="l">
              <a:defRPr sz="1950" b="1">
                <a:solidFill>
                  <a:srgbClr val="067E78"/>
                </a:solidFill>
                <a:latin typeface="Segoe UI"/>
                <a:ea typeface="Segoe UI"/>
                <a:cs typeface="Segoe UI"/>
              </a:defRPr>
            </a:lvl6pPr>
            <a:lvl7pPr algn="l">
              <a:defRPr sz="1950" b="1">
                <a:solidFill>
                  <a:srgbClr val="067E78"/>
                </a:solidFill>
                <a:latin typeface="Segoe UI"/>
                <a:ea typeface="Segoe UI"/>
                <a:cs typeface="Segoe UI"/>
              </a:defRPr>
            </a:lvl7pPr>
            <a:lvl8pPr algn="l">
              <a:defRPr sz="1950" b="1">
                <a:solidFill>
                  <a:srgbClr val="067E78"/>
                </a:solidFill>
                <a:latin typeface="Segoe UI"/>
                <a:ea typeface="Segoe UI"/>
                <a:cs typeface="Segoe UI"/>
              </a:defRPr>
            </a:lvl8pPr>
            <a:lvl9pPr algn="l">
              <a:defRPr sz="1950" b="1">
                <a:solidFill>
                  <a:srgbClr val="067E78"/>
                </a:solidFill>
                <a:latin typeface="Segoe UI"/>
                <a:ea typeface="Segoe UI"/>
                <a:cs typeface="Segoe UI"/>
              </a:defRPr>
            </a:lvl9pPr>
          </a:lstStyle>
          <a:p xmlns:a="http://schemas.openxmlformats.org/drawingml/2006/main">
            <a:pPr algn="l">
              <a:defRPr sz="1950" b="1">
                <a:solidFill>
                  <a:srgbClr val="067E78"/>
                </a:solidFill>
                <a:latin typeface="Segoe UI"/>
                <a:ea typeface="Segoe UI"/>
                <a:cs typeface="Segoe UI"/>
              </a:defRPr>
            </a:pPr>
            <a:r>
              <a:rPr sz="1950" b="1">
                <a:solidFill>
                  <a:srgbClr val="067E78"/>
                </a:solidFill>
                <a:latin typeface="Segoe UI"/>
                <a:ea typeface="Segoe UI"/>
                <a:cs typeface="Segoe UI"/>
              </a:rPr>
              <a:t>01</a:t>
            </a:r>
          </a:p>
        </p:txBody>
      </p:sp>
      <p:sp>
        <p:nvSpPr>
          <p:cNvPr id="4" name="text-bz30zr-150-184">
            <a:extLst xmlns:a="http://schemas.openxmlformats.org/drawingml/2006/main">
              <a:ext uri="{FF2B5EF4-FFF2-40B4-BE49-F238E27FC236}">
                <a16:creationId xmlns:a16="http://schemas.microsoft.com/office/drawing/2014/main" id="{51A6DE32-4B18-4F97-9C54-30BA04DDFA2E}"/>
              </a:ext>
            </a:extLst>
          </p:cNvPr>
          <p:cNvSpPr>
            <a:spLocks xmlns:a="http://schemas.openxmlformats.org/drawingml/2006/main" noGrp="1"/>
          </p:cNvSpPr>
          <p:nvPr/>
        </p:nvSpPr>
        <p:spPr>
          <a:xfrm xmlns:a="http://schemas.openxmlformats.org/drawingml/2006/main">
            <a:off x="1428750" y="1752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A45"/>
                </a:solidFill>
                <a:latin typeface="Segoe UI"/>
                <a:ea typeface="Segoe UI"/>
                <a:cs typeface="Segoe UI"/>
              </a:defRPr>
            </a:defPPr>
            <a:lvl1pPr algn="l">
              <a:defRPr sz="2025" b="0">
                <a:solidFill>
                  <a:srgbClr val="132A45"/>
                </a:solidFill>
                <a:latin typeface="Segoe UI"/>
                <a:ea typeface="Segoe UI"/>
                <a:cs typeface="Segoe UI"/>
              </a:defRPr>
            </a:lvl1pPr>
            <a:lvl2pPr algn="l">
              <a:defRPr sz="2025" b="0">
                <a:solidFill>
                  <a:srgbClr val="132A45"/>
                </a:solidFill>
                <a:latin typeface="Segoe UI"/>
                <a:ea typeface="Segoe UI"/>
                <a:cs typeface="Segoe UI"/>
              </a:defRPr>
            </a:lvl2pPr>
            <a:lvl3pPr algn="l">
              <a:defRPr sz="2025" b="0">
                <a:solidFill>
                  <a:srgbClr val="132A45"/>
                </a:solidFill>
                <a:latin typeface="Segoe UI"/>
                <a:ea typeface="Segoe UI"/>
                <a:cs typeface="Segoe UI"/>
              </a:defRPr>
            </a:lvl3pPr>
            <a:lvl4pPr algn="l">
              <a:defRPr sz="2025" b="0">
                <a:solidFill>
                  <a:srgbClr val="132A45"/>
                </a:solidFill>
                <a:latin typeface="Segoe UI"/>
                <a:ea typeface="Segoe UI"/>
                <a:cs typeface="Segoe UI"/>
              </a:defRPr>
            </a:lvl4pPr>
            <a:lvl5pPr algn="l">
              <a:defRPr sz="2025" b="0">
                <a:solidFill>
                  <a:srgbClr val="132A45"/>
                </a:solidFill>
                <a:latin typeface="Segoe UI"/>
                <a:ea typeface="Segoe UI"/>
                <a:cs typeface="Segoe UI"/>
              </a:defRPr>
            </a:lvl5pPr>
            <a:lvl6pPr algn="l">
              <a:defRPr sz="2025" b="0">
                <a:solidFill>
                  <a:srgbClr val="132A45"/>
                </a:solidFill>
                <a:latin typeface="Segoe UI"/>
                <a:ea typeface="Segoe UI"/>
                <a:cs typeface="Segoe UI"/>
              </a:defRPr>
            </a:lvl6pPr>
            <a:lvl7pPr algn="l">
              <a:defRPr sz="2025" b="0">
                <a:solidFill>
                  <a:srgbClr val="132A45"/>
                </a:solidFill>
                <a:latin typeface="Segoe UI"/>
                <a:ea typeface="Segoe UI"/>
                <a:cs typeface="Segoe UI"/>
              </a:defRPr>
            </a:lvl7pPr>
            <a:lvl8pPr algn="l">
              <a:defRPr sz="2025" b="0">
                <a:solidFill>
                  <a:srgbClr val="132A45"/>
                </a:solidFill>
                <a:latin typeface="Segoe UI"/>
                <a:ea typeface="Segoe UI"/>
                <a:cs typeface="Segoe UI"/>
              </a:defRPr>
            </a:lvl8pPr>
            <a:lvl9pPr algn="l">
              <a:defRPr sz="2025" b="0">
                <a:solidFill>
                  <a:srgbClr val="132A45"/>
                </a:solidFill>
                <a:latin typeface="Segoe UI"/>
                <a:ea typeface="Segoe UI"/>
                <a:cs typeface="Segoe UI"/>
              </a:defRPr>
            </a:lvl9pPr>
          </a:lstStyle>
          <a:p xmlns:a="http://schemas.openxmlformats.org/drawingml/2006/main">
            <a:pPr algn="l">
              <a:defRPr sz="2025" b="0">
                <a:solidFill>
                  <a:srgbClr val="132A45"/>
                </a:solidFill>
                <a:latin typeface="Segoe UI"/>
                <a:ea typeface="Segoe UI"/>
                <a:cs typeface="Segoe UI"/>
              </a:defRPr>
            </a:pPr>
            <a:r>
              <a:rPr sz="2025" b="0">
                <a:solidFill>
                  <a:srgbClr val="132A45"/>
                </a:solidFill>
                <a:latin typeface="Segoe UI"/>
                <a:ea typeface="Segoe UI"/>
                <a:cs typeface="Segoe UI"/>
              </a:rPr>
              <a:t>Retain original evidence</a:t>
            </a:r>
          </a:p>
        </p:txBody>
      </p:sp>
      <p:sp>
        <p:nvSpPr>
          <p:cNvPr id="5" name="text-bz30zr-72-260">
            <a:extLst xmlns:a="http://schemas.openxmlformats.org/drawingml/2006/main">
              <a:ext uri="{FF2B5EF4-FFF2-40B4-BE49-F238E27FC236}">
                <a16:creationId xmlns:a16="http://schemas.microsoft.com/office/drawing/2014/main" id="{C0F8718B-9766-4A38-A51B-B2859B6D0C4A}"/>
              </a:ext>
            </a:extLst>
          </p:cNvPr>
          <p:cNvSpPr>
            <a:spLocks xmlns:a="http://schemas.openxmlformats.org/drawingml/2006/main" noGrp="1"/>
          </p:cNvSpPr>
          <p:nvPr/>
        </p:nvSpPr>
        <p:spPr>
          <a:xfrm xmlns:a="http://schemas.openxmlformats.org/drawingml/2006/main">
            <a:off x="685800" y="24765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67E78"/>
                </a:solidFill>
                <a:latin typeface="Segoe UI"/>
                <a:ea typeface="Segoe UI"/>
                <a:cs typeface="Segoe UI"/>
              </a:defRPr>
            </a:defPPr>
            <a:lvl1pPr algn="l">
              <a:defRPr sz="1950" b="1">
                <a:solidFill>
                  <a:srgbClr val="067E78"/>
                </a:solidFill>
                <a:latin typeface="Segoe UI"/>
                <a:ea typeface="Segoe UI"/>
                <a:cs typeface="Segoe UI"/>
              </a:defRPr>
            </a:lvl1pPr>
            <a:lvl2pPr algn="l">
              <a:defRPr sz="1950" b="1">
                <a:solidFill>
                  <a:srgbClr val="067E78"/>
                </a:solidFill>
                <a:latin typeface="Segoe UI"/>
                <a:ea typeface="Segoe UI"/>
                <a:cs typeface="Segoe UI"/>
              </a:defRPr>
            </a:lvl2pPr>
            <a:lvl3pPr algn="l">
              <a:defRPr sz="1950" b="1">
                <a:solidFill>
                  <a:srgbClr val="067E78"/>
                </a:solidFill>
                <a:latin typeface="Segoe UI"/>
                <a:ea typeface="Segoe UI"/>
                <a:cs typeface="Segoe UI"/>
              </a:defRPr>
            </a:lvl3pPr>
            <a:lvl4pPr algn="l">
              <a:defRPr sz="1950" b="1">
                <a:solidFill>
                  <a:srgbClr val="067E78"/>
                </a:solidFill>
                <a:latin typeface="Segoe UI"/>
                <a:ea typeface="Segoe UI"/>
                <a:cs typeface="Segoe UI"/>
              </a:defRPr>
            </a:lvl4pPr>
            <a:lvl5pPr algn="l">
              <a:defRPr sz="1950" b="1">
                <a:solidFill>
                  <a:srgbClr val="067E78"/>
                </a:solidFill>
                <a:latin typeface="Segoe UI"/>
                <a:ea typeface="Segoe UI"/>
                <a:cs typeface="Segoe UI"/>
              </a:defRPr>
            </a:lvl5pPr>
            <a:lvl6pPr algn="l">
              <a:defRPr sz="1950" b="1">
                <a:solidFill>
                  <a:srgbClr val="067E78"/>
                </a:solidFill>
                <a:latin typeface="Segoe UI"/>
                <a:ea typeface="Segoe UI"/>
                <a:cs typeface="Segoe UI"/>
              </a:defRPr>
            </a:lvl6pPr>
            <a:lvl7pPr algn="l">
              <a:defRPr sz="1950" b="1">
                <a:solidFill>
                  <a:srgbClr val="067E78"/>
                </a:solidFill>
                <a:latin typeface="Segoe UI"/>
                <a:ea typeface="Segoe UI"/>
                <a:cs typeface="Segoe UI"/>
              </a:defRPr>
            </a:lvl7pPr>
            <a:lvl8pPr algn="l">
              <a:defRPr sz="1950" b="1">
                <a:solidFill>
                  <a:srgbClr val="067E78"/>
                </a:solidFill>
                <a:latin typeface="Segoe UI"/>
                <a:ea typeface="Segoe UI"/>
                <a:cs typeface="Segoe UI"/>
              </a:defRPr>
            </a:lvl8pPr>
            <a:lvl9pPr algn="l">
              <a:defRPr sz="1950" b="1">
                <a:solidFill>
                  <a:srgbClr val="067E78"/>
                </a:solidFill>
                <a:latin typeface="Segoe UI"/>
                <a:ea typeface="Segoe UI"/>
                <a:cs typeface="Segoe UI"/>
              </a:defRPr>
            </a:lvl9pPr>
          </a:lstStyle>
          <a:p xmlns:a="http://schemas.openxmlformats.org/drawingml/2006/main">
            <a:pPr algn="l">
              <a:defRPr sz="1950" b="1">
                <a:solidFill>
                  <a:srgbClr val="067E78"/>
                </a:solidFill>
                <a:latin typeface="Segoe UI"/>
                <a:ea typeface="Segoe UI"/>
                <a:cs typeface="Segoe UI"/>
              </a:defRPr>
            </a:pPr>
            <a:r>
              <a:rPr sz="1950" b="1">
                <a:solidFill>
                  <a:srgbClr val="067E78"/>
                </a:solidFill>
                <a:latin typeface="Segoe UI"/>
                <a:ea typeface="Segoe UI"/>
                <a:cs typeface="Segoe UI"/>
              </a:rPr>
              <a:t>02</a:t>
            </a:r>
          </a:p>
        </p:txBody>
      </p:sp>
      <p:sp>
        <p:nvSpPr>
          <p:cNvPr id="6" name="text-bz30zr-150-260">
            <a:extLst xmlns:a="http://schemas.openxmlformats.org/drawingml/2006/main">
              <a:ext uri="{FF2B5EF4-FFF2-40B4-BE49-F238E27FC236}">
                <a16:creationId xmlns:a16="http://schemas.microsoft.com/office/drawing/2014/main" id="{CF791FEE-9F2F-4735-A8FC-4A9ED96129E1}"/>
              </a:ext>
            </a:extLst>
          </p:cNvPr>
          <p:cNvSpPr>
            <a:spLocks xmlns:a="http://schemas.openxmlformats.org/drawingml/2006/main" noGrp="1"/>
          </p:cNvSpPr>
          <p:nvPr/>
        </p:nvSpPr>
        <p:spPr>
          <a:xfrm xmlns:a="http://schemas.openxmlformats.org/drawingml/2006/main">
            <a:off x="1428750" y="24765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A45"/>
                </a:solidFill>
                <a:latin typeface="Segoe UI"/>
                <a:ea typeface="Segoe UI"/>
                <a:cs typeface="Segoe UI"/>
              </a:defRPr>
            </a:defPPr>
            <a:lvl1pPr algn="l">
              <a:defRPr sz="2025" b="0">
                <a:solidFill>
                  <a:srgbClr val="132A45"/>
                </a:solidFill>
                <a:latin typeface="Segoe UI"/>
                <a:ea typeface="Segoe UI"/>
                <a:cs typeface="Segoe UI"/>
              </a:defRPr>
            </a:lvl1pPr>
            <a:lvl2pPr algn="l">
              <a:defRPr sz="2025" b="0">
                <a:solidFill>
                  <a:srgbClr val="132A45"/>
                </a:solidFill>
                <a:latin typeface="Segoe UI"/>
                <a:ea typeface="Segoe UI"/>
                <a:cs typeface="Segoe UI"/>
              </a:defRPr>
            </a:lvl2pPr>
            <a:lvl3pPr algn="l">
              <a:defRPr sz="2025" b="0">
                <a:solidFill>
                  <a:srgbClr val="132A45"/>
                </a:solidFill>
                <a:latin typeface="Segoe UI"/>
                <a:ea typeface="Segoe UI"/>
                <a:cs typeface="Segoe UI"/>
              </a:defRPr>
            </a:lvl3pPr>
            <a:lvl4pPr algn="l">
              <a:defRPr sz="2025" b="0">
                <a:solidFill>
                  <a:srgbClr val="132A45"/>
                </a:solidFill>
                <a:latin typeface="Segoe UI"/>
                <a:ea typeface="Segoe UI"/>
                <a:cs typeface="Segoe UI"/>
              </a:defRPr>
            </a:lvl4pPr>
            <a:lvl5pPr algn="l">
              <a:defRPr sz="2025" b="0">
                <a:solidFill>
                  <a:srgbClr val="132A45"/>
                </a:solidFill>
                <a:latin typeface="Segoe UI"/>
                <a:ea typeface="Segoe UI"/>
                <a:cs typeface="Segoe UI"/>
              </a:defRPr>
            </a:lvl5pPr>
            <a:lvl6pPr algn="l">
              <a:defRPr sz="2025" b="0">
                <a:solidFill>
                  <a:srgbClr val="132A45"/>
                </a:solidFill>
                <a:latin typeface="Segoe UI"/>
                <a:ea typeface="Segoe UI"/>
                <a:cs typeface="Segoe UI"/>
              </a:defRPr>
            </a:lvl6pPr>
            <a:lvl7pPr algn="l">
              <a:defRPr sz="2025" b="0">
                <a:solidFill>
                  <a:srgbClr val="132A45"/>
                </a:solidFill>
                <a:latin typeface="Segoe UI"/>
                <a:ea typeface="Segoe UI"/>
                <a:cs typeface="Segoe UI"/>
              </a:defRPr>
            </a:lvl7pPr>
            <a:lvl8pPr algn="l">
              <a:defRPr sz="2025" b="0">
                <a:solidFill>
                  <a:srgbClr val="132A45"/>
                </a:solidFill>
                <a:latin typeface="Segoe UI"/>
                <a:ea typeface="Segoe UI"/>
                <a:cs typeface="Segoe UI"/>
              </a:defRPr>
            </a:lvl8pPr>
            <a:lvl9pPr algn="l">
              <a:defRPr sz="2025" b="0">
                <a:solidFill>
                  <a:srgbClr val="132A45"/>
                </a:solidFill>
                <a:latin typeface="Segoe UI"/>
                <a:ea typeface="Segoe UI"/>
                <a:cs typeface="Segoe UI"/>
              </a:defRPr>
            </a:lvl9pPr>
          </a:lstStyle>
          <a:p xmlns:a="http://schemas.openxmlformats.org/drawingml/2006/main">
            <a:pPr algn="l">
              <a:defRPr sz="2025" b="0">
                <a:solidFill>
                  <a:srgbClr val="132A45"/>
                </a:solidFill>
                <a:latin typeface="Segoe UI"/>
                <a:ea typeface="Segoe UI"/>
                <a:cs typeface="Segoe UI"/>
              </a:defRPr>
            </a:pPr>
            <a:r>
              <a:rPr sz="2025" b="0">
                <a:solidFill>
                  <a:srgbClr val="132A45"/>
                </a:solidFill>
                <a:latin typeface="Segoe UI"/>
                <a:ea typeface="Segoe UI"/>
                <a:cs typeface="Segoe UI"/>
              </a:rPr>
              <a:t>Inspect model proposals</a:t>
            </a:r>
          </a:p>
        </p:txBody>
      </p:sp>
      <p:sp>
        <p:nvSpPr>
          <p:cNvPr id="7" name="text-bz30zr-72-336">
            <a:extLst xmlns:a="http://schemas.openxmlformats.org/drawingml/2006/main">
              <a:ext uri="{FF2B5EF4-FFF2-40B4-BE49-F238E27FC236}">
                <a16:creationId xmlns:a16="http://schemas.microsoft.com/office/drawing/2014/main" id="{EF2958E8-7E8C-4F5B-A730-1A1459583E55}"/>
              </a:ext>
            </a:extLst>
          </p:cNvPr>
          <p:cNvSpPr>
            <a:spLocks xmlns:a="http://schemas.openxmlformats.org/drawingml/2006/main" noGrp="1"/>
          </p:cNvSpPr>
          <p:nvPr/>
        </p:nvSpPr>
        <p:spPr>
          <a:xfrm xmlns:a="http://schemas.openxmlformats.org/drawingml/2006/main">
            <a:off x="685800" y="32004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67E78"/>
                </a:solidFill>
                <a:latin typeface="Segoe UI"/>
                <a:ea typeface="Segoe UI"/>
                <a:cs typeface="Segoe UI"/>
              </a:defRPr>
            </a:defPPr>
            <a:lvl1pPr algn="l">
              <a:defRPr sz="1950" b="1">
                <a:solidFill>
                  <a:srgbClr val="067E78"/>
                </a:solidFill>
                <a:latin typeface="Segoe UI"/>
                <a:ea typeface="Segoe UI"/>
                <a:cs typeface="Segoe UI"/>
              </a:defRPr>
            </a:lvl1pPr>
            <a:lvl2pPr algn="l">
              <a:defRPr sz="1950" b="1">
                <a:solidFill>
                  <a:srgbClr val="067E78"/>
                </a:solidFill>
                <a:latin typeface="Segoe UI"/>
                <a:ea typeface="Segoe UI"/>
                <a:cs typeface="Segoe UI"/>
              </a:defRPr>
            </a:lvl2pPr>
            <a:lvl3pPr algn="l">
              <a:defRPr sz="1950" b="1">
                <a:solidFill>
                  <a:srgbClr val="067E78"/>
                </a:solidFill>
                <a:latin typeface="Segoe UI"/>
                <a:ea typeface="Segoe UI"/>
                <a:cs typeface="Segoe UI"/>
              </a:defRPr>
            </a:lvl3pPr>
            <a:lvl4pPr algn="l">
              <a:defRPr sz="1950" b="1">
                <a:solidFill>
                  <a:srgbClr val="067E78"/>
                </a:solidFill>
                <a:latin typeface="Segoe UI"/>
                <a:ea typeface="Segoe UI"/>
                <a:cs typeface="Segoe UI"/>
              </a:defRPr>
            </a:lvl4pPr>
            <a:lvl5pPr algn="l">
              <a:defRPr sz="1950" b="1">
                <a:solidFill>
                  <a:srgbClr val="067E78"/>
                </a:solidFill>
                <a:latin typeface="Segoe UI"/>
                <a:ea typeface="Segoe UI"/>
                <a:cs typeface="Segoe UI"/>
              </a:defRPr>
            </a:lvl5pPr>
            <a:lvl6pPr algn="l">
              <a:defRPr sz="1950" b="1">
                <a:solidFill>
                  <a:srgbClr val="067E78"/>
                </a:solidFill>
                <a:latin typeface="Segoe UI"/>
                <a:ea typeface="Segoe UI"/>
                <a:cs typeface="Segoe UI"/>
              </a:defRPr>
            </a:lvl6pPr>
            <a:lvl7pPr algn="l">
              <a:defRPr sz="1950" b="1">
                <a:solidFill>
                  <a:srgbClr val="067E78"/>
                </a:solidFill>
                <a:latin typeface="Segoe UI"/>
                <a:ea typeface="Segoe UI"/>
                <a:cs typeface="Segoe UI"/>
              </a:defRPr>
            </a:lvl7pPr>
            <a:lvl8pPr algn="l">
              <a:defRPr sz="1950" b="1">
                <a:solidFill>
                  <a:srgbClr val="067E78"/>
                </a:solidFill>
                <a:latin typeface="Segoe UI"/>
                <a:ea typeface="Segoe UI"/>
                <a:cs typeface="Segoe UI"/>
              </a:defRPr>
            </a:lvl8pPr>
            <a:lvl9pPr algn="l">
              <a:defRPr sz="1950" b="1">
                <a:solidFill>
                  <a:srgbClr val="067E78"/>
                </a:solidFill>
                <a:latin typeface="Segoe UI"/>
                <a:ea typeface="Segoe UI"/>
                <a:cs typeface="Segoe UI"/>
              </a:defRPr>
            </a:lvl9pPr>
          </a:lstStyle>
          <a:p xmlns:a="http://schemas.openxmlformats.org/drawingml/2006/main">
            <a:pPr algn="l">
              <a:defRPr sz="1950" b="1">
                <a:solidFill>
                  <a:srgbClr val="067E78"/>
                </a:solidFill>
                <a:latin typeface="Segoe UI"/>
                <a:ea typeface="Segoe UI"/>
                <a:cs typeface="Segoe UI"/>
              </a:defRPr>
            </a:pPr>
            <a:r>
              <a:rPr sz="1950" b="1">
                <a:solidFill>
                  <a:srgbClr val="067E78"/>
                </a:solidFill>
                <a:latin typeface="Segoe UI"/>
                <a:ea typeface="Segoe UI"/>
                <a:cs typeface="Segoe UI"/>
              </a:rPr>
              <a:t>03</a:t>
            </a:r>
          </a:p>
        </p:txBody>
      </p:sp>
      <p:sp>
        <p:nvSpPr>
          <p:cNvPr id="8" name="text-bz30zr-150-336">
            <a:extLst xmlns:a="http://schemas.openxmlformats.org/drawingml/2006/main">
              <a:ext uri="{FF2B5EF4-FFF2-40B4-BE49-F238E27FC236}">
                <a16:creationId xmlns:a16="http://schemas.microsoft.com/office/drawing/2014/main" id="{9475737A-5C6A-4F36-9917-39F35357DF20}"/>
              </a:ext>
            </a:extLst>
          </p:cNvPr>
          <p:cNvSpPr>
            <a:spLocks xmlns:a="http://schemas.openxmlformats.org/drawingml/2006/main" noGrp="1"/>
          </p:cNvSpPr>
          <p:nvPr/>
        </p:nvSpPr>
        <p:spPr>
          <a:xfrm xmlns:a="http://schemas.openxmlformats.org/drawingml/2006/main">
            <a:off x="1428750" y="32004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A45"/>
                </a:solidFill>
                <a:latin typeface="Segoe UI"/>
                <a:ea typeface="Segoe UI"/>
                <a:cs typeface="Segoe UI"/>
              </a:defRPr>
            </a:defPPr>
            <a:lvl1pPr algn="l">
              <a:defRPr sz="2025" b="1">
                <a:solidFill>
                  <a:srgbClr val="132A45"/>
                </a:solidFill>
                <a:latin typeface="Segoe UI"/>
                <a:ea typeface="Segoe UI"/>
                <a:cs typeface="Segoe UI"/>
              </a:defRPr>
            </a:lvl1pPr>
            <a:lvl2pPr algn="l">
              <a:defRPr sz="2025" b="1">
                <a:solidFill>
                  <a:srgbClr val="132A45"/>
                </a:solidFill>
                <a:latin typeface="Segoe UI"/>
                <a:ea typeface="Segoe UI"/>
                <a:cs typeface="Segoe UI"/>
              </a:defRPr>
            </a:lvl2pPr>
            <a:lvl3pPr algn="l">
              <a:defRPr sz="2025" b="1">
                <a:solidFill>
                  <a:srgbClr val="132A45"/>
                </a:solidFill>
                <a:latin typeface="Segoe UI"/>
                <a:ea typeface="Segoe UI"/>
                <a:cs typeface="Segoe UI"/>
              </a:defRPr>
            </a:lvl3pPr>
            <a:lvl4pPr algn="l">
              <a:defRPr sz="2025" b="1">
                <a:solidFill>
                  <a:srgbClr val="132A45"/>
                </a:solidFill>
                <a:latin typeface="Segoe UI"/>
                <a:ea typeface="Segoe UI"/>
                <a:cs typeface="Segoe UI"/>
              </a:defRPr>
            </a:lvl4pPr>
            <a:lvl5pPr algn="l">
              <a:defRPr sz="2025" b="1">
                <a:solidFill>
                  <a:srgbClr val="132A45"/>
                </a:solidFill>
                <a:latin typeface="Segoe UI"/>
                <a:ea typeface="Segoe UI"/>
                <a:cs typeface="Segoe UI"/>
              </a:defRPr>
            </a:lvl5pPr>
            <a:lvl6pPr algn="l">
              <a:defRPr sz="2025" b="1">
                <a:solidFill>
                  <a:srgbClr val="132A45"/>
                </a:solidFill>
                <a:latin typeface="Segoe UI"/>
                <a:ea typeface="Segoe UI"/>
                <a:cs typeface="Segoe UI"/>
              </a:defRPr>
            </a:lvl6pPr>
            <a:lvl7pPr algn="l">
              <a:defRPr sz="2025" b="1">
                <a:solidFill>
                  <a:srgbClr val="132A45"/>
                </a:solidFill>
                <a:latin typeface="Segoe UI"/>
                <a:ea typeface="Segoe UI"/>
                <a:cs typeface="Segoe UI"/>
              </a:defRPr>
            </a:lvl7pPr>
            <a:lvl8pPr algn="l">
              <a:defRPr sz="2025" b="1">
                <a:solidFill>
                  <a:srgbClr val="132A45"/>
                </a:solidFill>
                <a:latin typeface="Segoe UI"/>
                <a:ea typeface="Segoe UI"/>
                <a:cs typeface="Segoe UI"/>
              </a:defRPr>
            </a:lvl8pPr>
            <a:lvl9pPr algn="l">
              <a:defRPr sz="2025" b="1">
                <a:solidFill>
                  <a:srgbClr val="132A45"/>
                </a:solidFill>
                <a:latin typeface="Segoe UI"/>
                <a:ea typeface="Segoe UI"/>
                <a:cs typeface="Segoe UI"/>
              </a:defRPr>
            </a:lvl9pPr>
          </a:lstStyle>
          <a:p xmlns:a="http://schemas.openxmlformats.org/drawingml/2006/main">
            <a:pPr algn="l">
              <a:defRPr sz="2025" b="1">
                <a:solidFill>
                  <a:srgbClr val="132A45"/>
                </a:solidFill>
                <a:latin typeface="Segoe UI"/>
                <a:ea typeface="Segoe UI"/>
                <a:cs typeface="Segoe UI"/>
              </a:defRPr>
            </a:pPr>
            <a:r>
              <a:rPr sz="2025" b="1">
                <a:solidFill>
                  <a:srgbClr val="132A45"/>
                </a:solidFill>
                <a:latin typeface="Segoe UI"/>
                <a:ea typeface="Segoe UI"/>
                <a:cs typeface="Segoe UI"/>
              </a:rPr>
              <a:t>Review lots and scope</a:t>
            </a:r>
          </a:p>
        </p:txBody>
      </p:sp>
      <p:sp>
        <p:nvSpPr>
          <p:cNvPr id="9" name="text-bz30zr-72-412">
            <a:extLst xmlns:a="http://schemas.openxmlformats.org/drawingml/2006/main">
              <a:ext uri="{FF2B5EF4-FFF2-40B4-BE49-F238E27FC236}">
                <a16:creationId xmlns:a16="http://schemas.microsoft.com/office/drawing/2014/main" id="{2C992710-355F-463A-9E1F-13F483DF0EB8}"/>
              </a:ext>
            </a:extLst>
          </p:cNvPr>
          <p:cNvSpPr>
            <a:spLocks xmlns:a="http://schemas.openxmlformats.org/drawingml/2006/main" noGrp="1"/>
          </p:cNvSpPr>
          <p:nvPr/>
        </p:nvSpPr>
        <p:spPr>
          <a:xfrm xmlns:a="http://schemas.openxmlformats.org/drawingml/2006/main">
            <a:off x="685800" y="39243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67E78"/>
                </a:solidFill>
                <a:latin typeface="Segoe UI"/>
                <a:ea typeface="Segoe UI"/>
                <a:cs typeface="Segoe UI"/>
              </a:defRPr>
            </a:defPPr>
            <a:lvl1pPr algn="l">
              <a:defRPr sz="1950" b="1">
                <a:solidFill>
                  <a:srgbClr val="067E78"/>
                </a:solidFill>
                <a:latin typeface="Segoe UI"/>
                <a:ea typeface="Segoe UI"/>
                <a:cs typeface="Segoe UI"/>
              </a:defRPr>
            </a:lvl1pPr>
            <a:lvl2pPr algn="l">
              <a:defRPr sz="1950" b="1">
                <a:solidFill>
                  <a:srgbClr val="067E78"/>
                </a:solidFill>
                <a:latin typeface="Segoe UI"/>
                <a:ea typeface="Segoe UI"/>
                <a:cs typeface="Segoe UI"/>
              </a:defRPr>
            </a:lvl2pPr>
            <a:lvl3pPr algn="l">
              <a:defRPr sz="1950" b="1">
                <a:solidFill>
                  <a:srgbClr val="067E78"/>
                </a:solidFill>
                <a:latin typeface="Segoe UI"/>
                <a:ea typeface="Segoe UI"/>
                <a:cs typeface="Segoe UI"/>
              </a:defRPr>
            </a:lvl3pPr>
            <a:lvl4pPr algn="l">
              <a:defRPr sz="1950" b="1">
                <a:solidFill>
                  <a:srgbClr val="067E78"/>
                </a:solidFill>
                <a:latin typeface="Segoe UI"/>
                <a:ea typeface="Segoe UI"/>
                <a:cs typeface="Segoe UI"/>
              </a:defRPr>
            </a:lvl4pPr>
            <a:lvl5pPr algn="l">
              <a:defRPr sz="1950" b="1">
                <a:solidFill>
                  <a:srgbClr val="067E78"/>
                </a:solidFill>
                <a:latin typeface="Segoe UI"/>
                <a:ea typeface="Segoe UI"/>
                <a:cs typeface="Segoe UI"/>
              </a:defRPr>
            </a:lvl5pPr>
            <a:lvl6pPr algn="l">
              <a:defRPr sz="1950" b="1">
                <a:solidFill>
                  <a:srgbClr val="067E78"/>
                </a:solidFill>
                <a:latin typeface="Segoe UI"/>
                <a:ea typeface="Segoe UI"/>
                <a:cs typeface="Segoe UI"/>
              </a:defRPr>
            </a:lvl6pPr>
            <a:lvl7pPr algn="l">
              <a:defRPr sz="1950" b="1">
                <a:solidFill>
                  <a:srgbClr val="067E78"/>
                </a:solidFill>
                <a:latin typeface="Segoe UI"/>
                <a:ea typeface="Segoe UI"/>
                <a:cs typeface="Segoe UI"/>
              </a:defRPr>
            </a:lvl7pPr>
            <a:lvl8pPr algn="l">
              <a:defRPr sz="1950" b="1">
                <a:solidFill>
                  <a:srgbClr val="067E78"/>
                </a:solidFill>
                <a:latin typeface="Segoe UI"/>
                <a:ea typeface="Segoe UI"/>
                <a:cs typeface="Segoe UI"/>
              </a:defRPr>
            </a:lvl8pPr>
            <a:lvl9pPr algn="l">
              <a:defRPr sz="1950" b="1">
                <a:solidFill>
                  <a:srgbClr val="067E78"/>
                </a:solidFill>
                <a:latin typeface="Segoe UI"/>
                <a:ea typeface="Segoe UI"/>
                <a:cs typeface="Segoe UI"/>
              </a:defRPr>
            </a:lvl9pPr>
          </a:lstStyle>
          <a:p xmlns:a="http://schemas.openxmlformats.org/drawingml/2006/main">
            <a:pPr algn="l">
              <a:defRPr sz="1950" b="1">
                <a:solidFill>
                  <a:srgbClr val="067E78"/>
                </a:solidFill>
                <a:latin typeface="Segoe UI"/>
                <a:ea typeface="Segoe UI"/>
                <a:cs typeface="Segoe UI"/>
              </a:defRPr>
            </a:pPr>
            <a:r>
              <a:rPr sz="1950" b="1">
                <a:solidFill>
                  <a:srgbClr val="067E78"/>
                </a:solidFill>
                <a:latin typeface="Segoe UI"/>
                <a:ea typeface="Segoe UI"/>
                <a:cs typeface="Segoe UI"/>
              </a:rPr>
              <a:t>04</a:t>
            </a:r>
          </a:p>
        </p:txBody>
      </p:sp>
      <p:sp>
        <p:nvSpPr>
          <p:cNvPr id="10" name="text-bz30zr-150-412">
            <a:extLst xmlns:a="http://schemas.openxmlformats.org/drawingml/2006/main">
              <a:ext uri="{FF2B5EF4-FFF2-40B4-BE49-F238E27FC236}">
                <a16:creationId xmlns:a16="http://schemas.microsoft.com/office/drawing/2014/main" id="{BBF56585-E2F4-4A51-83E7-3D757CA6B44D}"/>
              </a:ext>
            </a:extLst>
          </p:cNvPr>
          <p:cNvSpPr>
            <a:spLocks xmlns:a="http://schemas.openxmlformats.org/drawingml/2006/main" noGrp="1"/>
          </p:cNvSpPr>
          <p:nvPr/>
        </p:nvSpPr>
        <p:spPr>
          <a:xfrm xmlns:a="http://schemas.openxmlformats.org/drawingml/2006/main">
            <a:off x="1428750" y="39243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A45"/>
                </a:solidFill>
                <a:latin typeface="Segoe UI"/>
                <a:ea typeface="Segoe UI"/>
                <a:cs typeface="Segoe UI"/>
              </a:defRPr>
            </a:defPPr>
            <a:lvl1pPr algn="l">
              <a:defRPr sz="2025" b="0">
                <a:solidFill>
                  <a:srgbClr val="132A45"/>
                </a:solidFill>
                <a:latin typeface="Segoe UI"/>
                <a:ea typeface="Segoe UI"/>
                <a:cs typeface="Segoe UI"/>
              </a:defRPr>
            </a:lvl1pPr>
            <a:lvl2pPr algn="l">
              <a:defRPr sz="2025" b="0">
                <a:solidFill>
                  <a:srgbClr val="132A45"/>
                </a:solidFill>
                <a:latin typeface="Segoe UI"/>
                <a:ea typeface="Segoe UI"/>
                <a:cs typeface="Segoe UI"/>
              </a:defRPr>
            </a:lvl2pPr>
            <a:lvl3pPr algn="l">
              <a:defRPr sz="2025" b="0">
                <a:solidFill>
                  <a:srgbClr val="132A45"/>
                </a:solidFill>
                <a:latin typeface="Segoe UI"/>
                <a:ea typeface="Segoe UI"/>
                <a:cs typeface="Segoe UI"/>
              </a:defRPr>
            </a:lvl3pPr>
            <a:lvl4pPr algn="l">
              <a:defRPr sz="2025" b="0">
                <a:solidFill>
                  <a:srgbClr val="132A45"/>
                </a:solidFill>
                <a:latin typeface="Segoe UI"/>
                <a:ea typeface="Segoe UI"/>
                <a:cs typeface="Segoe UI"/>
              </a:defRPr>
            </a:lvl4pPr>
            <a:lvl5pPr algn="l">
              <a:defRPr sz="2025" b="0">
                <a:solidFill>
                  <a:srgbClr val="132A45"/>
                </a:solidFill>
                <a:latin typeface="Segoe UI"/>
                <a:ea typeface="Segoe UI"/>
                <a:cs typeface="Segoe UI"/>
              </a:defRPr>
            </a:lvl5pPr>
            <a:lvl6pPr algn="l">
              <a:defRPr sz="2025" b="0">
                <a:solidFill>
                  <a:srgbClr val="132A45"/>
                </a:solidFill>
                <a:latin typeface="Segoe UI"/>
                <a:ea typeface="Segoe UI"/>
                <a:cs typeface="Segoe UI"/>
              </a:defRPr>
            </a:lvl6pPr>
            <a:lvl7pPr algn="l">
              <a:defRPr sz="2025" b="0">
                <a:solidFill>
                  <a:srgbClr val="132A45"/>
                </a:solidFill>
                <a:latin typeface="Segoe UI"/>
                <a:ea typeface="Segoe UI"/>
                <a:cs typeface="Segoe UI"/>
              </a:defRPr>
            </a:lvl7pPr>
            <a:lvl8pPr algn="l">
              <a:defRPr sz="2025" b="0">
                <a:solidFill>
                  <a:srgbClr val="132A45"/>
                </a:solidFill>
                <a:latin typeface="Segoe UI"/>
                <a:ea typeface="Segoe UI"/>
                <a:cs typeface="Segoe UI"/>
              </a:defRPr>
            </a:lvl8pPr>
            <a:lvl9pPr algn="l">
              <a:defRPr sz="2025" b="0">
                <a:solidFill>
                  <a:srgbClr val="132A45"/>
                </a:solidFill>
                <a:latin typeface="Segoe UI"/>
                <a:ea typeface="Segoe UI"/>
                <a:cs typeface="Segoe UI"/>
              </a:defRPr>
            </a:lvl9pPr>
          </a:lstStyle>
          <a:p xmlns:a="http://schemas.openxmlformats.org/drawingml/2006/main">
            <a:pPr algn="l">
              <a:defRPr sz="2025" b="0">
                <a:solidFill>
                  <a:srgbClr val="132A45"/>
                </a:solidFill>
                <a:latin typeface="Segoe UI"/>
                <a:ea typeface="Segoe UI"/>
                <a:cs typeface="Segoe UI"/>
              </a:defRPr>
            </a:pPr>
            <a:r>
              <a:rPr sz="2025" b="0">
                <a:solidFill>
                  <a:srgbClr val="132A45"/>
                </a:solidFill>
                <a:latin typeface="Segoe UI"/>
                <a:ea typeface="Segoe UI"/>
                <a:cs typeface="Segoe UI"/>
              </a:rPr>
              <a:t>Approve the calculated plan</a:t>
            </a:r>
          </a:p>
        </p:txBody>
      </p:sp>
      <p:sp>
        <p:nvSpPr>
          <p:cNvPr id="11" name="text-bz30zr-72-488">
            <a:extLst xmlns:a="http://schemas.openxmlformats.org/drawingml/2006/main">
              <a:ext uri="{FF2B5EF4-FFF2-40B4-BE49-F238E27FC236}">
                <a16:creationId xmlns:a16="http://schemas.microsoft.com/office/drawing/2014/main" id="{543F892F-3028-4BD8-AD0D-CF3A4408EE85}"/>
              </a:ext>
            </a:extLst>
          </p:cNvPr>
          <p:cNvSpPr>
            <a:spLocks xmlns:a="http://schemas.openxmlformats.org/drawingml/2006/main" noGrp="1"/>
          </p:cNvSpPr>
          <p:nvPr/>
        </p:nvSpPr>
        <p:spPr>
          <a:xfrm xmlns:a="http://schemas.openxmlformats.org/drawingml/2006/main">
            <a:off x="685800" y="4648200"/>
            <a:ext cx="61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67E78"/>
                </a:solidFill>
                <a:latin typeface="Segoe UI"/>
                <a:ea typeface="Segoe UI"/>
                <a:cs typeface="Segoe UI"/>
              </a:defRPr>
            </a:defPPr>
            <a:lvl1pPr algn="l">
              <a:defRPr sz="1950" b="1">
                <a:solidFill>
                  <a:srgbClr val="067E78"/>
                </a:solidFill>
                <a:latin typeface="Segoe UI"/>
                <a:ea typeface="Segoe UI"/>
                <a:cs typeface="Segoe UI"/>
              </a:defRPr>
            </a:lvl1pPr>
            <a:lvl2pPr algn="l">
              <a:defRPr sz="1950" b="1">
                <a:solidFill>
                  <a:srgbClr val="067E78"/>
                </a:solidFill>
                <a:latin typeface="Segoe UI"/>
                <a:ea typeface="Segoe UI"/>
                <a:cs typeface="Segoe UI"/>
              </a:defRPr>
            </a:lvl2pPr>
            <a:lvl3pPr algn="l">
              <a:defRPr sz="1950" b="1">
                <a:solidFill>
                  <a:srgbClr val="067E78"/>
                </a:solidFill>
                <a:latin typeface="Segoe UI"/>
                <a:ea typeface="Segoe UI"/>
                <a:cs typeface="Segoe UI"/>
              </a:defRPr>
            </a:lvl3pPr>
            <a:lvl4pPr algn="l">
              <a:defRPr sz="1950" b="1">
                <a:solidFill>
                  <a:srgbClr val="067E78"/>
                </a:solidFill>
                <a:latin typeface="Segoe UI"/>
                <a:ea typeface="Segoe UI"/>
                <a:cs typeface="Segoe UI"/>
              </a:defRPr>
            </a:lvl4pPr>
            <a:lvl5pPr algn="l">
              <a:defRPr sz="1950" b="1">
                <a:solidFill>
                  <a:srgbClr val="067E78"/>
                </a:solidFill>
                <a:latin typeface="Segoe UI"/>
                <a:ea typeface="Segoe UI"/>
                <a:cs typeface="Segoe UI"/>
              </a:defRPr>
            </a:lvl5pPr>
            <a:lvl6pPr algn="l">
              <a:defRPr sz="1950" b="1">
                <a:solidFill>
                  <a:srgbClr val="067E78"/>
                </a:solidFill>
                <a:latin typeface="Segoe UI"/>
                <a:ea typeface="Segoe UI"/>
                <a:cs typeface="Segoe UI"/>
              </a:defRPr>
            </a:lvl6pPr>
            <a:lvl7pPr algn="l">
              <a:defRPr sz="1950" b="1">
                <a:solidFill>
                  <a:srgbClr val="067E78"/>
                </a:solidFill>
                <a:latin typeface="Segoe UI"/>
                <a:ea typeface="Segoe UI"/>
                <a:cs typeface="Segoe UI"/>
              </a:defRPr>
            </a:lvl7pPr>
            <a:lvl8pPr algn="l">
              <a:defRPr sz="1950" b="1">
                <a:solidFill>
                  <a:srgbClr val="067E78"/>
                </a:solidFill>
                <a:latin typeface="Segoe UI"/>
                <a:ea typeface="Segoe UI"/>
                <a:cs typeface="Segoe UI"/>
              </a:defRPr>
            </a:lvl8pPr>
            <a:lvl9pPr algn="l">
              <a:defRPr sz="1950" b="1">
                <a:solidFill>
                  <a:srgbClr val="067E78"/>
                </a:solidFill>
                <a:latin typeface="Segoe UI"/>
                <a:ea typeface="Segoe UI"/>
                <a:cs typeface="Segoe UI"/>
              </a:defRPr>
            </a:lvl9pPr>
          </a:lstStyle>
          <a:p xmlns:a="http://schemas.openxmlformats.org/drawingml/2006/main">
            <a:pPr algn="l">
              <a:defRPr sz="1950" b="1">
                <a:solidFill>
                  <a:srgbClr val="067E78"/>
                </a:solidFill>
                <a:latin typeface="Segoe UI"/>
                <a:ea typeface="Segoe UI"/>
                <a:cs typeface="Segoe UI"/>
              </a:defRPr>
            </a:pPr>
            <a:r>
              <a:rPr sz="1950" b="1">
                <a:solidFill>
                  <a:srgbClr val="067E78"/>
                </a:solidFill>
                <a:latin typeface="Segoe UI"/>
                <a:ea typeface="Segoe UI"/>
                <a:cs typeface="Segoe UI"/>
              </a:rPr>
              <a:t>05</a:t>
            </a:r>
          </a:p>
        </p:txBody>
      </p:sp>
      <p:sp>
        <p:nvSpPr>
          <p:cNvPr id="12" name="text-bz30zr-150-488">
            <a:extLst xmlns:a="http://schemas.openxmlformats.org/drawingml/2006/main">
              <a:ext uri="{FF2B5EF4-FFF2-40B4-BE49-F238E27FC236}">
                <a16:creationId xmlns:a16="http://schemas.microsoft.com/office/drawing/2014/main" id="{2AA87079-F8D1-4DB0-9826-D92257445E69}"/>
              </a:ext>
            </a:extLst>
          </p:cNvPr>
          <p:cNvSpPr>
            <a:spLocks xmlns:a="http://schemas.openxmlformats.org/drawingml/2006/main" noGrp="1"/>
          </p:cNvSpPr>
          <p:nvPr/>
        </p:nvSpPr>
        <p:spPr>
          <a:xfrm xmlns:a="http://schemas.openxmlformats.org/drawingml/2006/main">
            <a:off x="1428750" y="46482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A45"/>
                </a:solidFill>
                <a:latin typeface="Segoe UI"/>
                <a:ea typeface="Segoe UI"/>
                <a:cs typeface="Segoe UI"/>
              </a:defRPr>
            </a:defPPr>
            <a:lvl1pPr algn="l">
              <a:defRPr sz="2025" b="0">
                <a:solidFill>
                  <a:srgbClr val="132A45"/>
                </a:solidFill>
                <a:latin typeface="Segoe UI"/>
                <a:ea typeface="Segoe UI"/>
                <a:cs typeface="Segoe UI"/>
              </a:defRPr>
            </a:lvl1pPr>
            <a:lvl2pPr algn="l">
              <a:defRPr sz="2025" b="0">
                <a:solidFill>
                  <a:srgbClr val="132A45"/>
                </a:solidFill>
                <a:latin typeface="Segoe UI"/>
                <a:ea typeface="Segoe UI"/>
                <a:cs typeface="Segoe UI"/>
              </a:defRPr>
            </a:lvl2pPr>
            <a:lvl3pPr algn="l">
              <a:defRPr sz="2025" b="0">
                <a:solidFill>
                  <a:srgbClr val="132A45"/>
                </a:solidFill>
                <a:latin typeface="Segoe UI"/>
                <a:ea typeface="Segoe UI"/>
                <a:cs typeface="Segoe UI"/>
              </a:defRPr>
            </a:lvl3pPr>
            <a:lvl4pPr algn="l">
              <a:defRPr sz="2025" b="0">
                <a:solidFill>
                  <a:srgbClr val="132A45"/>
                </a:solidFill>
                <a:latin typeface="Segoe UI"/>
                <a:ea typeface="Segoe UI"/>
                <a:cs typeface="Segoe UI"/>
              </a:defRPr>
            </a:lvl4pPr>
            <a:lvl5pPr algn="l">
              <a:defRPr sz="2025" b="0">
                <a:solidFill>
                  <a:srgbClr val="132A45"/>
                </a:solidFill>
                <a:latin typeface="Segoe UI"/>
                <a:ea typeface="Segoe UI"/>
                <a:cs typeface="Segoe UI"/>
              </a:defRPr>
            </a:lvl5pPr>
            <a:lvl6pPr algn="l">
              <a:defRPr sz="2025" b="0">
                <a:solidFill>
                  <a:srgbClr val="132A45"/>
                </a:solidFill>
                <a:latin typeface="Segoe UI"/>
                <a:ea typeface="Segoe UI"/>
                <a:cs typeface="Segoe UI"/>
              </a:defRPr>
            </a:lvl6pPr>
            <a:lvl7pPr algn="l">
              <a:defRPr sz="2025" b="0">
                <a:solidFill>
                  <a:srgbClr val="132A45"/>
                </a:solidFill>
                <a:latin typeface="Segoe UI"/>
                <a:ea typeface="Segoe UI"/>
                <a:cs typeface="Segoe UI"/>
              </a:defRPr>
            </a:lvl7pPr>
            <a:lvl8pPr algn="l">
              <a:defRPr sz="2025" b="0">
                <a:solidFill>
                  <a:srgbClr val="132A45"/>
                </a:solidFill>
                <a:latin typeface="Segoe UI"/>
                <a:ea typeface="Segoe UI"/>
                <a:cs typeface="Segoe UI"/>
              </a:defRPr>
            </a:lvl8pPr>
            <a:lvl9pPr algn="l">
              <a:defRPr sz="2025" b="0">
                <a:solidFill>
                  <a:srgbClr val="132A45"/>
                </a:solidFill>
                <a:latin typeface="Segoe UI"/>
                <a:ea typeface="Segoe UI"/>
                <a:cs typeface="Segoe UI"/>
              </a:defRPr>
            </a:lvl9pPr>
          </a:lstStyle>
          <a:p xmlns:a="http://schemas.openxmlformats.org/drawingml/2006/main">
            <a:pPr algn="l">
              <a:defRPr sz="2025" b="0">
                <a:solidFill>
                  <a:srgbClr val="132A45"/>
                </a:solidFill>
                <a:latin typeface="Segoe UI"/>
                <a:ea typeface="Segoe UI"/>
                <a:cs typeface="Segoe UI"/>
              </a:defRPr>
            </a:pPr>
            <a:r>
              <a:rPr sz="2025" b="0">
                <a:solidFill>
                  <a:srgbClr val="132A45"/>
                </a:solidFill>
                <a:latin typeface="Segoe UI"/>
                <a:ea typeface="Segoe UI"/>
                <a:cs typeface="Segoe UI"/>
              </a:rPr>
              <a:t>Apply sandbox holds and export</a:t>
            </a:r>
          </a:p>
        </p:txBody>
      </p:sp>
      <p:pic>
        <p:nvPicPr>
          <p:cNvPr id="13" name="">
            <a:extLst xmlns:a="http://schemas.openxmlformats.org/drawingml/2006/main">
              <a:ext uri="{FF2B5EF4-FFF2-40B4-BE49-F238E27FC236}">
                <a16:creationId xmlns:a16="http://schemas.microsoft.com/office/drawing/2014/main" id="{B14E8C5D-056B-43CC-BB2F-8C6629822D9C}"/>
              </a:ext>
            </a:extLst>
          </p:cNvPr>
          <p:cNvPicPr>
            <a:picLocks xmlns:a="http://schemas.openxmlformats.org/drawingml/2006/main" noChangeAspect="1"/>
          </p:cNvPicPr>
          <p:nvPr/>
        </p:nvPicPr>
        <p:blipFill>
          <a:blip xmlns:r="http://schemas.openxmlformats.org/officeDocument/2006/relationships" xmlns:a="http://schemas.openxmlformats.org/drawingml/2006/main" r:embed="R03be5e517faf405f"/>
          <a:stretch xmlns:a="http://schemas.openxmlformats.org/drawingml/2006/main"/>
        </p:blipFill>
        <p:spPr>
          <a:xfrm xmlns:a="http://schemas.openxmlformats.org/drawingml/2006/main">
            <a:off x="6860158" y="1381125"/>
            <a:ext cx="4205735" cy="4229100"/>
          </a:xfrm>
          <a:prstGeom xmlns:a="http://schemas.openxmlformats.org/drawingml/2006/main" prst="rect">
            <a:avLst/>
          </a:prstGeom>
        </p:spPr>
      </p:pic>
      <p:sp>
        <p:nvSpPr>
          <p:cNvPr id="14" name="text-bz30zr-72-625">
            <a:extLst xmlns:a="http://schemas.openxmlformats.org/drawingml/2006/main">
              <a:ext uri="{FF2B5EF4-FFF2-40B4-BE49-F238E27FC236}">
                <a16:creationId xmlns:a16="http://schemas.microsoft.com/office/drawing/2014/main" id="{9E26652F-E87D-4071-A665-0B017D6B1BC3}"/>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Original evidence, reviewed facts and approved actions retain separate authority.</a:t>
            </a:r>
          </a:p>
        </p:txBody>
      </p:sp>
    </p:spTree>
    <p:extLst>
      <p:ext uri="{BB962C8B-B14F-4D97-AF65-F5344CB8AC3E}">
        <p14:creationId xmlns:p14="http://schemas.microsoft.com/office/powerpoint/2010/main" val="15300427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uijugi-72-52">
            <a:extLst xmlns:a="http://schemas.openxmlformats.org/drawingml/2006/main">
              <a:ext uri="{FF2B5EF4-FFF2-40B4-BE49-F238E27FC236}">
                <a16:creationId xmlns:a16="http://schemas.microsoft.com/office/drawing/2014/main" id="{F4CF7E1A-34B1-4FC9-9452-67BDB4B0763E}"/>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The supplier revision changes the hold</a:t>
            </a:r>
          </a:p>
        </p:txBody>
      </p:sp>
      <p:sp>
        <p:nvSpPr>
          <p:cNvPr id="2" name="text-uijugi-1160-672">
            <a:extLst xmlns:a="http://schemas.openxmlformats.org/drawingml/2006/main">
              <a:ext uri="{FF2B5EF4-FFF2-40B4-BE49-F238E27FC236}">
                <a16:creationId xmlns:a16="http://schemas.microsoft.com/office/drawing/2014/main" id="{450798E3-E313-47A8-9F05-CBC6D8933CCE}"/>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04</a:t>
            </a:r>
          </a:p>
        </p:txBody>
      </p:sp>
      <p:graphicFrame>
        <p:nvGraphicFramePr>
          <p:cNvPr id="3" name="Chart">
            <a:extLst xmlns:a="http://schemas.openxmlformats.org/drawingml/2006/main">
              <a:ext uri="{FF2B5EF4-FFF2-40B4-BE49-F238E27FC236}">
                <a16:creationId xmlns:a16="http://schemas.microsoft.com/office/drawing/2014/main" id="{FBF904AA-A4BA-4046-A47B-B79FAA0827E4}"/>
              </a:ext>
            </a:extLst>
          </p:cNvPr>
          <p:cNvGraphicFramePr/>
          <p:nvPr/>
        </p:nvGraphicFramePr>
        <p:xfrm>
          <a:off xmlns:a="http://schemas.openxmlformats.org/drawingml/2006/main" x="685800" y="1647825"/>
          <a:ext xmlns:a="http://schemas.openxmlformats.org/drawingml/2006/main" cx="7524750" cy="3886200"/>
        </p:xfrm>
        <a:graphic xmlns:a="http://schemas.openxmlformats.org/drawingml/2006/main">
          <a:graphicData uri="http://schemas.openxmlformats.org/drawingml/2006/chart">
            <c:chart xmlns:r="http://schemas.openxmlformats.org/officeDocument/2006/relationships" xmlns:c="http://schemas.openxmlformats.org/drawingml/2006/chart" r:id="R6663504a81044d87"/>
          </a:graphicData>
        </a:graphic>
      </p:graphicFrame>
      <p:sp>
        <p:nvSpPr>
          <p:cNvPr id="4" name="text-uijugi-931-198">
            <a:extLst xmlns:a="http://schemas.openxmlformats.org/drawingml/2006/main">
              <a:ext uri="{FF2B5EF4-FFF2-40B4-BE49-F238E27FC236}">
                <a16:creationId xmlns:a16="http://schemas.microsoft.com/office/drawing/2014/main" id="{A183F57A-A8B5-465F-8C27-700B18305AA6}"/>
              </a:ext>
            </a:extLst>
          </p:cNvPr>
          <p:cNvSpPr>
            <a:spLocks xmlns:a="http://schemas.openxmlformats.org/drawingml/2006/main" noGrp="1"/>
          </p:cNvSpPr>
          <p:nvPr/>
        </p:nvSpPr>
        <p:spPr>
          <a:xfrm xmlns:a="http://schemas.openxmlformats.org/drawingml/2006/main">
            <a:off x="8867775" y="1885950"/>
            <a:ext cx="257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BF3F53"/>
                </a:solidFill>
                <a:latin typeface="Segoe UI"/>
                <a:ea typeface="Segoe UI"/>
                <a:cs typeface="Segoe UI"/>
              </a:defRPr>
            </a:defPPr>
            <a:lvl1pPr algn="l">
              <a:defRPr sz="6150" b="1">
                <a:solidFill>
                  <a:srgbClr val="BF3F53"/>
                </a:solidFill>
                <a:latin typeface="Segoe UI"/>
                <a:ea typeface="Segoe UI"/>
                <a:cs typeface="Segoe UI"/>
              </a:defRPr>
            </a:lvl1pPr>
            <a:lvl2pPr algn="l">
              <a:defRPr sz="6150" b="1">
                <a:solidFill>
                  <a:srgbClr val="BF3F53"/>
                </a:solidFill>
                <a:latin typeface="Segoe UI"/>
                <a:ea typeface="Segoe UI"/>
                <a:cs typeface="Segoe UI"/>
              </a:defRPr>
            </a:lvl2pPr>
            <a:lvl3pPr algn="l">
              <a:defRPr sz="6150" b="1">
                <a:solidFill>
                  <a:srgbClr val="BF3F53"/>
                </a:solidFill>
                <a:latin typeface="Segoe UI"/>
                <a:ea typeface="Segoe UI"/>
                <a:cs typeface="Segoe UI"/>
              </a:defRPr>
            </a:lvl3pPr>
            <a:lvl4pPr algn="l">
              <a:defRPr sz="6150" b="1">
                <a:solidFill>
                  <a:srgbClr val="BF3F53"/>
                </a:solidFill>
                <a:latin typeface="Segoe UI"/>
                <a:ea typeface="Segoe UI"/>
                <a:cs typeface="Segoe UI"/>
              </a:defRPr>
            </a:lvl4pPr>
            <a:lvl5pPr algn="l">
              <a:defRPr sz="6150" b="1">
                <a:solidFill>
                  <a:srgbClr val="BF3F53"/>
                </a:solidFill>
                <a:latin typeface="Segoe UI"/>
                <a:ea typeface="Segoe UI"/>
                <a:cs typeface="Segoe UI"/>
              </a:defRPr>
            </a:lvl5pPr>
            <a:lvl6pPr algn="l">
              <a:defRPr sz="6150" b="1">
                <a:solidFill>
                  <a:srgbClr val="BF3F53"/>
                </a:solidFill>
                <a:latin typeface="Segoe UI"/>
                <a:ea typeface="Segoe UI"/>
                <a:cs typeface="Segoe UI"/>
              </a:defRPr>
            </a:lvl6pPr>
            <a:lvl7pPr algn="l">
              <a:defRPr sz="6150" b="1">
                <a:solidFill>
                  <a:srgbClr val="BF3F53"/>
                </a:solidFill>
                <a:latin typeface="Segoe UI"/>
                <a:ea typeface="Segoe UI"/>
                <a:cs typeface="Segoe UI"/>
              </a:defRPr>
            </a:lvl7pPr>
            <a:lvl8pPr algn="l">
              <a:defRPr sz="6150" b="1">
                <a:solidFill>
                  <a:srgbClr val="BF3F53"/>
                </a:solidFill>
                <a:latin typeface="Segoe UI"/>
                <a:ea typeface="Segoe UI"/>
                <a:cs typeface="Segoe UI"/>
              </a:defRPr>
            </a:lvl8pPr>
            <a:lvl9pPr algn="l">
              <a:defRPr sz="6150" b="1">
                <a:solidFill>
                  <a:srgbClr val="BF3F53"/>
                </a:solidFill>
                <a:latin typeface="Segoe UI"/>
                <a:ea typeface="Segoe UI"/>
                <a:cs typeface="Segoe UI"/>
              </a:defRPr>
            </a:lvl9pPr>
          </a:lstStyle>
          <a:p xmlns:a="http://schemas.openxmlformats.org/drawingml/2006/main">
            <a:pPr algn="l">
              <a:defRPr sz="6150" b="1">
                <a:solidFill>
                  <a:srgbClr val="BF3F53"/>
                </a:solidFill>
                <a:latin typeface="Segoe UI"/>
                <a:ea typeface="Segoe UI"/>
                <a:cs typeface="Segoe UI"/>
              </a:defRPr>
            </a:pPr>
            <a:r>
              <a:rPr sz="6150" b="1">
                <a:solidFill>
                  <a:srgbClr val="BF3F53"/>
                </a:solidFill>
                <a:latin typeface="Segoe UI"/>
                <a:ea typeface="Segoe UI"/>
                <a:cs typeface="Segoe UI"/>
              </a:rPr>
              <a:t>800</a:t>
            </a:r>
          </a:p>
        </p:txBody>
      </p:sp>
      <p:sp>
        <p:nvSpPr>
          <p:cNvPr id="5" name="text-uijugi-936-324">
            <a:extLst xmlns:a="http://schemas.openxmlformats.org/drawingml/2006/main">
              <a:ext uri="{FF2B5EF4-FFF2-40B4-BE49-F238E27FC236}">
                <a16:creationId xmlns:a16="http://schemas.microsoft.com/office/drawing/2014/main" id="{07F2D59B-0A82-429E-ACD0-69819C5BD4DD}"/>
              </a:ext>
            </a:extLst>
          </p:cNvPr>
          <p:cNvSpPr>
            <a:spLocks xmlns:a="http://schemas.openxmlformats.org/drawingml/2006/main" noGrp="1"/>
          </p:cNvSpPr>
          <p:nvPr/>
        </p:nvSpPr>
        <p:spPr>
          <a:xfrm xmlns:a="http://schemas.openxmlformats.org/drawingml/2006/main">
            <a:off x="8915400" y="30861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32A45"/>
                </a:solidFill>
                <a:latin typeface="Segoe UI"/>
                <a:ea typeface="Segoe UI"/>
                <a:cs typeface="Segoe UI"/>
              </a:defRPr>
            </a:defPPr>
            <a:lvl1pPr algn="l">
              <a:defRPr sz="1950" b="0">
                <a:solidFill>
                  <a:srgbClr val="132A45"/>
                </a:solidFill>
                <a:latin typeface="Segoe UI"/>
                <a:ea typeface="Segoe UI"/>
                <a:cs typeface="Segoe UI"/>
              </a:defRPr>
            </a:lvl1pPr>
            <a:lvl2pPr algn="l">
              <a:defRPr sz="1950" b="0">
                <a:solidFill>
                  <a:srgbClr val="132A45"/>
                </a:solidFill>
                <a:latin typeface="Segoe UI"/>
                <a:ea typeface="Segoe UI"/>
                <a:cs typeface="Segoe UI"/>
              </a:defRPr>
            </a:lvl2pPr>
            <a:lvl3pPr algn="l">
              <a:defRPr sz="1950" b="0">
                <a:solidFill>
                  <a:srgbClr val="132A45"/>
                </a:solidFill>
                <a:latin typeface="Segoe UI"/>
                <a:ea typeface="Segoe UI"/>
                <a:cs typeface="Segoe UI"/>
              </a:defRPr>
            </a:lvl3pPr>
            <a:lvl4pPr algn="l">
              <a:defRPr sz="1950" b="0">
                <a:solidFill>
                  <a:srgbClr val="132A45"/>
                </a:solidFill>
                <a:latin typeface="Segoe UI"/>
                <a:ea typeface="Segoe UI"/>
                <a:cs typeface="Segoe UI"/>
              </a:defRPr>
            </a:lvl4pPr>
            <a:lvl5pPr algn="l">
              <a:defRPr sz="1950" b="0">
                <a:solidFill>
                  <a:srgbClr val="132A45"/>
                </a:solidFill>
                <a:latin typeface="Segoe UI"/>
                <a:ea typeface="Segoe UI"/>
                <a:cs typeface="Segoe UI"/>
              </a:defRPr>
            </a:lvl5pPr>
            <a:lvl6pPr algn="l">
              <a:defRPr sz="1950" b="0">
                <a:solidFill>
                  <a:srgbClr val="132A45"/>
                </a:solidFill>
                <a:latin typeface="Segoe UI"/>
                <a:ea typeface="Segoe UI"/>
                <a:cs typeface="Segoe UI"/>
              </a:defRPr>
            </a:lvl6pPr>
            <a:lvl7pPr algn="l">
              <a:defRPr sz="1950" b="0">
                <a:solidFill>
                  <a:srgbClr val="132A45"/>
                </a:solidFill>
                <a:latin typeface="Segoe UI"/>
                <a:ea typeface="Segoe UI"/>
                <a:cs typeface="Segoe UI"/>
              </a:defRPr>
            </a:lvl7pPr>
            <a:lvl8pPr algn="l">
              <a:defRPr sz="1950" b="0">
                <a:solidFill>
                  <a:srgbClr val="132A45"/>
                </a:solidFill>
                <a:latin typeface="Segoe UI"/>
                <a:ea typeface="Segoe UI"/>
                <a:cs typeface="Segoe UI"/>
              </a:defRPr>
            </a:lvl8pPr>
            <a:lvl9pPr algn="l">
              <a:defRPr sz="1950" b="0">
                <a:solidFill>
                  <a:srgbClr val="132A45"/>
                </a:solidFill>
                <a:latin typeface="Segoe UI"/>
                <a:ea typeface="Segoe UI"/>
                <a:cs typeface="Segoe UI"/>
              </a:defRPr>
            </a:lvl9pPr>
          </a:lstStyle>
          <a:p xmlns:a="http://schemas.openxmlformats.org/drawingml/2006/main">
            <a:pPr algn="l">
              <a:defRPr sz="1950" b="0">
                <a:solidFill>
                  <a:srgbClr val="132A45"/>
                </a:solidFill>
                <a:latin typeface="Segoe UI"/>
                <a:ea typeface="Segoe UI"/>
                <a:cs typeface="Segoe UI"/>
              </a:defRPr>
            </a:pPr>
            <a:r>
              <a:rPr sz="1950" b="0">
                <a:solidFill>
                  <a:srgbClr val="132A45"/>
                </a:solidFill>
                <a:latin typeface="Segoe UI"/>
                <a:ea typeface="Segoe UI"/>
                <a:cs typeface="Segoe UI"/>
              </a:rPr>
              <a:t>units in the revised scope</a:t>
            </a:r>
          </a:p>
        </p:txBody>
      </p:sp>
      <p:sp>
        <p:nvSpPr>
          <p:cNvPr id="6" name="text-uijugi-936-452">
            <a:extLst xmlns:a="http://schemas.openxmlformats.org/drawingml/2006/main">
              <a:ext uri="{FF2B5EF4-FFF2-40B4-BE49-F238E27FC236}">
                <a16:creationId xmlns:a16="http://schemas.microsoft.com/office/drawing/2014/main" id="{B5318103-77D2-42FD-B467-D3D22D85E8BB}"/>
              </a:ext>
            </a:extLst>
          </p:cNvPr>
          <p:cNvSpPr>
            <a:spLocks xmlns:a="http://schemas.openxmlformats.org/drawingml/2006/main" noGrp="1"/>
          </p:cNvSpPr>
          <p:nvPr/>
        </p:nvSpPr>
        <p:spPr>
          <a:xfrm xmlns:a="http://schemas.openxmlformats.org/drawingml/2006/main">
            <a:off x="8915400" y="4305300"/>
            <a:ext cx="261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56B10"/>
                </a:solidFill>
                <a:latin typeface="Segoe UI"/>
                <a:ea typeface="Segoe UI"/>
                <a:cs typeface="Segoe UI"/>
              </a:defRPr>
            </a:defPPr>
            <a:lvl1pPr algn="l">
              <a:defRPr sz="1875" b="1">
                <a:solidFill>
                  <a:srgbClr val="A56B10"/>
                </a:solidFill>
                <a:latin typeface="Segoe UI"/>
                <a:ea typeface="Segoe UI"/>
                <a:cs typeface="Segoe UI"/>
              </a:defRPr>
            </a:lvl1pPr>
            <a:lvl2pPr algn="l">
              <a:defRPr sz="1875" b="1">
                <a:solidFill>
                  <a:srgbClr val="A56B10"/>
                </a:solidFill>
                <a:latin typeface="Segoe UI"/>
                <a:ea typeface="Segoe UI"/>
                <a:cs typeface="Segoe UI"/>
              </a:defRPr>
            </a:lvl2pPr>
            <a:lvl3pPr algn="l">
              <a:defRPr sz="1875" b="1">
                <a:solidFill>
                  <a:srgbClr val="A56B10"/>
                </a:solidFill>
                <a:latin typeface="Segoe UI"/>
                <a:ea typeface="Segoe UI"/>
                <a:cs typeface="Segoe UI"/>
              </a:defRPr>
            </a:lvl3pPr>
            <a:lvl4pPr algn="l">
              <a:defRPr sz="1875" b="1">
                <a:solidFill>
                  <a:srgbClr val="A56B10"/>
                </a:solidFill>
                <a:latin typeface="Segoe UI"/>
                <a:ea typeface="Segoe UI"/>
                <a:cs typeface="Segoe UI"/>
              </a:defRPr>
            </a:lvl4pPr>
            <a:lvl5pPr algn="l">
              <a:defRPr sz="1875" b="1">
                <a:solidFill>
                  <a:srgbClr val="A56B10"/>
                </a:solidFill>
                <a:latin typeface="Segoe UI"/>
                <a:ea typeface="Segoe UI"/>
                <a:cs typeface="Segoe UI"/>
              </a:defRPr>
            </a:lvl5pPr>
            <a:lvl6pPr algn="l">
              <a:defRPr sz="1875" b="1">
                <a:solidFill>
                  <a:srgbClr val="A56B10"/>
                </a:solidFill>
                <a:latin typeface="Segoe UI"/>
                <a:ea typeface="Segoe UI"/>
                <a:cs typeface="Segoe UI"/>
              </a:defRPr>
            </a:lvl6pPr>
            <a:lvl7pPr algn="l">
              <a:defRPr sz="1875" b="1">
                <a:solidFill>
                  <a:srgbClr val="A56B10"/>
                </a:solidFill>
                <a:latin typeface="Segoe UI"/>
                <a:ea typeface="Segoe UI"/>
                <a:cs typeface="Segoe UI"/>
              </a:defRPr>
            </a:lvl7pPr>
            <a:lvl8pPr algn="l">
              <a:defRPr sz="1875" b="1">
                <a:solidFill>
                  <a:srgbClr val="A56B10"/>
                </a:solidFill>
                <a:latin typeface="Segoe UI"/>
                <a:ea typeface="Segoe UI"/>
                <a:cs typeface="Segoe UI"/>
              </a:defRPr>
            </a:lvl8pPr>
            <a:lvl9pPr algn="l">
              <a:defRPr sz="1875" b="1">
                <a:solidFill>
                  <a:srgbClr val="A56B10"/>
                </a:solidFill>
                <a:latin typeface="Segoe UI"/>
                <a:ea typeface="Segoe UI"/>
                <a:cs typeface="Segoe UI"/>
              </a:defRPr>
            </a:lvl9pPr>
          </a:lstStyle>
          <a:p xmlns:a="http://schemas.openxmlformats.org/drawingml/2006/main">
            <a:pPr algn="l">
              <a:defRPr sz="1875" b="1">
                <a:solidFill>
                  <a:srgbClr val="A56B10"/>
                </a:solidFill>
                <a:latin typeface="Segoe UI"/>
                <a:ea typeface="Segoe UI"/>
                <a:cs typeface="Segoe UI"/>
              </a:defRPr>
            </a:pPr>
            <a:r>
              <a:rPr sz="1875" b="1">
                <a:solidFill>
                  <a:srgbClr val="A56B10"/>
                </a:solidFill>
                <a:latin typeface="Segoe UI"/>
                <a:ea typeface="Segoe UI"/>
                <a:cs typeface="Segoe UI"/>
              </a:rPr>
              <a:t>100 uncertain units</a:t>
            </a:r>
          </a:p>
          <a:p xmlns:a="http://schemas.openxmlformats.org/drawingml/2006/main">
            <a:pPr algn="l">
              <a:defRPr sz="1875" b="1">
                <a:solidFill>
                  <a:srgbClr val="A56B10"/>
                </a:solidFill>
                <a:latin typeface="Segoe UI"/>
                <a:ea typeface="Segoe UI"/>
                <a:cs typeface="Segoe UI"/>
              </a:defRPr>
            </a:pPr>
            <a:r>
              <a:rPr sz="1875" b="1">
                <a:solidFill>
                  <a:srgbClr val="A56B10"/>
                </a:solidFill>
                <a:latin typeface="Segoe UI"/>
                <a:ea typeface="Segoe UI"/>
                <a:cs typeface="Segoe UI"/>
              </a:rPr>
              <a:t>remain included</a:t>
            </a:r>
          </a:p>
        </p:txBody>
      </p:sp>
      <p:sp>
        <p:nvSpPr>
          <p:cNvPr id="7" name="text-uijugi-72-625">
            <a:extLst xmlns:a="http://schemas.openxmlformats.org/drawingml/2006/main">
              <a:ext uri="{FF2B5EF4-FFF2-40B4-BE49-F238E27FC236}">
                <a16:creationId xmlns:a16="http://schemas.microsoft.com/office/drawing/2014/main" id="{67AC3C6A-4E54-4877-A5D1-B6D4EAA13ADB}"/>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Synthetic inventory scenario. Fresh revised PDFs drove the 800-unit result after explicit review.</a:t>
            </a:r>
          </a:p>
        </p:txBody>
      </p:sp>
    </p:spTree>
    <p:extLst>
      <p:ext uri="{BB962C8B-B14F-4D97-AF65-F5344CB8AC3E}">
        <p14:creationId xmlns:p14="http://schemas.microsoft.com/office/powerpoint/2010/main" val="20042833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nva7yt-72-52">
            <a:extLst xmlns:a="http://schemas.openxmlformats.org/drawingml/2006/main">
              <a:ext uri="{FF2B5EF4-FFF2-40B4-BE49-F238E27FC236}">
                <a16:creationId xmlns:a16="http://schemas.microsoft.com/office/drawing/2014/main" id="{3CC37209-A493-4964-95E7-469C24E3B945}"/>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A smaller proposal does not release a hold</a:t>
            </a:r>
          </a:p>
        </p:txBody>
      </p:sp>
      <p:sp>
        <p:nvSpPr>
          <p:cNvPr id="2" name="text-nva7yt-1160-672">
            <a:extLst xmlns:a="http://schemas.openxmlformats.org/drawingml/2006/main">
              <a:ext uri="{FF2B5EF4-FFF2-40B4-BE49-F238E27FC236}">
                <a16:creationId xmlns:a16="http://schemas.microsoft.com/office/drawing/2014/main" id="{8AEA119E-5A6B-486E-990B-E47DF9930CC9}"/>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05</a:t>
            </a:r>
          </a:p>
        </p:txBody>
      </p:sp>
      <p:graphicFrame>
        <p:nvGraphicFramePr>
          <p:cNvPr id="3" name="">
            <a:extLst xmlns:a="http://schemas.openxmlformats.org/drawingml/2006/main">
              <a:ext uri="{FF2B5EF4-FFF2-40B4-BE49-F238E27FC236}">
                <a16:creationId xmlns:a16="http://schemas.microsoft.com/office/drawing/2014/main" id="{D5BA70C5-2FDE-4E58-9E04-DA650AD322EF}"/>
              </a:ext>
            </a:extLst>
          </p:cNvPr>
          <p:cNvGraphicFramePr/>
          <p:nvPr/>
        </p:nvGraphicFramePr>
        <p:xfrm>
          <a:off xmlns:a="http://schemas.openxmlformats.org/drawingml/2006/main" x="685800" y="1657350"/>
          <a:ext xmlns:a="http://schemas.openxmlformats.org/drawingml/2006/main" cx="10820400" cy="3790950"/>
        </p:xfrm>
        <a:graphic xmlns:a="http://schemas.openxmlformats.org/drawingml/2006/main">
          <a:graphicData uri="http://schemas.openxmlformats.org/drawingml/2006/table">
            <a:tbl>
              <a:tblPr/>
              <a:tblGrid>
                <a:gridCol w="3581400"/>
                <a:gridCol w="1524000"/>
                <a:gridCol w="1524000"/>
                <a:gridCol w="4191000"/>
              </a:tblGrid>
              <a:tr h="631825">
                <a:tc>
                  <a:txBody>
                    <a:bodyPr/>
                    <a:lstStyle/>
                    <a:p>
                      <a:r>
                        <a:rPr sz="1725" b="1">
                          <a:solidFill>
                            <a:srgbClr val="FFFFFF"/>
                          </a:solidFill>
                          <a:latin typeface="Segoe UI"/>
                          <a:ea typeface="Segoe UI"/>
                          <a:cs typeface="Segoe UI"/>
                        </a:rPr>
                        <a:t>Decision state</a:t>
                      </a:r>
                    </a:p>
                  </a:txBody>
                  <a:tcPr marL="142875" marR="142875" marT="114300" marB="95250" anchor="ctr">
                    <a:lnL w="5715">
                      <a:solidFill>
                        <a:srgbClr val="DCE3EB"/>
                      </a:solidFill>
                      <a:prstDash val="solid"/>
                    </a:lnL>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c>
                  <a:txBody>
                    <a:bodyPr/>
                    <a:lstStyle/>
                    <a:p>
                      <a:r>
                        <a:rPr sz="1725" b="1">
                          <a:solidFill>
                            <a:srgbClr val="FFFFFF"/>
                          </a:solidFill>
                          <a:latin typeface="Segoe UI"/>
                          <a:ea typeface="Segoe UI"/>
                          <a:cs typeface="Segoe UI"/>
                        </a:rPr>
                        <a:t>Proposed</a:t>
                      </a:r>
                    </a:p>
                  </a:txBody>
                  <a:tcPr marL="142875" marR="142875" marT="114300" marB="95250" anchor="ctr">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c>
                  <a:txBody>
                    <a:bodyPr/>
                    <a:lstStyle/>
                    <a:p>
                      <a:r>
                        <a:rPr sz="1725" b="1">
                          <a:solidFill>
                            <a:srgbClr val="FFFFFF"/>
                          </a:solidFill>
                          <a:latin typeface="Segoe UI"/>
                          <a:ea typeface="Segoe UI"/>
                          <a:cs typeface="Segoe UI"/>
                        </a:rPr>
                        <a:t>Applied</a:t>
                      </a:r>
                    </a:p>
                  </a:txBody>
                  <a:tcPr marL="142875" marR="142875" marT="114300" marB="95250" anchor="ctr">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c>
                  <a:txBody>
                    <a:bodyPr/>
                    <a:lstStyle/>
                    <a:p>
                      <a:r>
                        <a:rPr sz="1725" b="1">
                          <a:solidFill>
                            <a:srgbClr val="FFFFFF"/>
                          </a:solidFill>
                          <a:latin typeface="Segoe UI"/>
                          <a:ea typeface="Segoe UI"/>
                          <a:cs typeface="Segoe UI"/>
                        </a:rPr>
                        <a:t>Required authority</a:t>
                      </a:r>
                    </a:p>
                  </a:txBody>
                  <a:tcPr marL="142875" marR="142875" marT="114300" marB="95250" anchor="ctr">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r>
              <a:tr h="631825">
                <a:tc>
                  <a:txBody>
                    <a:bodyPr/>
                    <a:lstStyle/>
                    <a:p>
                      <a:r>
                        <a:rPr sz="1725">
                          <a:solidFill>
                            <a:srgbClr val="132A45"/>
                          </a:solidFill>
                          <a:latin typeface="Segoe UI"/>
                          <a:ea typeface="Segoe UI"/>
                          <a:cs typeface="Segoe UI"/>
                        </a:rPr>
                        <a:t>Initial approval</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500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500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Containment receipt</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631825">
                <a:tc>
                  <a:txBody>
                    <a:bodyPr/>
                    <a:lstStyle/>
                    <a:p>
                      <a:r>
                        <a:rPr sz="1725">
                          <a:solidFill>
                            <a:srgbClr val="132A45"/>
                          </a:solidFill>
                          <a:latin typeface="Segoe UI"/>
                          <a:ea typeface="Segoe UI"/>
                          <a:cs typeface="Segoe UI"/>
                        </a:rPr>
                        <a:t>Supplier revision</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800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500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New exact approval</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631825">
                <a:tc>
                  <a:txBody>
                    <a:bodyPr/>
                    <a:lstStyle/>
                    <a:p>
                      <a:r>
                        <a:rPr sz="1725">
                          <a:solidFill>
                            <a:srgbClr val="132A45"/>
                          </a:solidFill>
                          <a:latin typeface="Segoe UI"/>
                          <a:ea typeface="Segoe UI"/>
                          <a:cs typeface="Segoe UI"/>
                        </a:rPr>
                        <a:t>Revised approval</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800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800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Second receipt</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631825">
                <a:tc>
                  <a:txBody>
                    <a:bodyPr/>
                    <a:lstStyle/>
                    <a:p>
                      <a:r>
                        <a:rPr sz="1725">
                          <a:solidFill>
                            <a:srgbClr val="132A45"/>
                          </a:solidFill>
                          <a:latin typeface="Segoe UI"/>
                          <a:ea typeface="Segoe UI"/>
                          <a:cs typeface="Segoe UI"/>
                        </a:rPr>
                        <a:t>Receiving correction</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700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800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Separate recovery review</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631825">
                <a:tc>
                  <a:txBody>
                    <a:bodyPr/>
                    <a:lstStyle/>
                    <a:p>
                      <a:r>
                        <a:rPr sz="1725">
                          <a:solidFill>
                            <a:srgbClr val="132A45"/>
                          </a:solidFill>
                          <a:latin typeface="Segoe UI"/>
                          <a:ea typeface="Segoe UI"/>
                          <a:cs typeface="Segoe UI"/>
                        </a:rPr>
                        <a:t>Recovery approval</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700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700</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Recovery receipt</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bl>
          </a:graphicData>
        </a:graphic>
      </p:graphicFrame>
      <p:sp>
        <p:nvSpPr>
          <p:cNvPr id="4" name="text-nva7yt-72-625">
            <a:extLst xmlns:a="http://schemas.openxmlformats.org/drawingml/2006/main">
              <a:ext uri="{FF2B5EF4-FFF2-40B4-BE49-F238E27FC236}">
                <a16:creationId xmlns:a16="http://schemas.microsoft.com/office/drawing/2014/main" id="{56A0B2FA-3A0D-4F44-BA56-1B9744923FEA}"/>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Units. Containment and recovery are separate decisions. The recovery rows show a preserved synthetic scenario.</a:t>
            </a:r>
          </a:p>
        </p:txBody>
      </p:sp>
    </p:spTree>
    <p:extLst>
      <p:ext uri="{BB962C8B-B14F-4D97-AF65-F5344CB8AC3E}">
        <p14:creationId xmlns:p14="http://schemas.microsoft.com/office/powerpoint/2010/main" val="2036722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es0iqn-72-52">
            <a:extLst xmlns:a="http://schemas.openxmlformats.org/drawingml/2006/main">
              <a:ext uri="{FF2B5EF4-FFF2-40B4-BE49-F238E27FC236}">
                <a16:creationId xmlns:a16="http://schemas.microsoft.com/office/drawing/2014/main" id="{7436A33E-E1F7-49FE-9CF1-1C79B8F8CAB7}"/>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Missing lot identities stay unresolved</a:t>
            </a:r>
          </a:p>
        </p:txBody>
      </p:sp>
      <p:sp>
        <p:nvSpPr>
          <p:cNvPr id="2" name="text-es0iqn-1160-672">
            <a:extLst xmlns:a="http://schemas.openxmlformats.org/drawingml/2006/main">
              <a:ext uri="{FF2B5EF4-FFF2-40B4-BE49-F238E27FC236}">
                <a16:creationId xmlns:a16="http://schemas.microsoft.com/office/drawing/2014/main" id="{CF2CD6AE-5F0A-4F48-AB6F-5F55BF94C524}"/>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06</a:t>
            </a:r>
          </a:p>
        </p:txBody>
      </p:sp>
      <p:sp>
        <p:nvSpPr>
          <p:cNvPr id="3" name="text-es0iqn-72-177">
            <a:extLst xmlns:a="http://schemas.openxmlformats.org/drawingml/2006/main">
              <a:ext uri="{FF2B5EF4-FFF2-40B4-BE49-F238E27FC236}">
                <a16:creationId xmlns:a16="http://schemas.microsoft.com/office/drawing/2014/main" id="{E8227530-EC5B-4714-829B-FEEC5FA1704A}"/>
              </a:ext>
            </a:extLst>
          </p:cNvPr>
          <p:cNvSpPr>
            <a:spLocks xmlns:a="http://schemas.openxmlformats.org/drawingml/2006/main" noGrp="1"/>
          </p:cNvSpPr>
          <p:nvPr/>
        </p:nvSpPr>
        <p:spPr>
          <a:xfrm xmlns:a="http://schemas.openxmlformats.org/drawingml/2006/main">
            <a:off x="685800" y="16859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53677E"/>
                </a:solidFill>
                <a:latin typeface="Segoe UI"/>
                <a:ea typeface="Segoe UI"/>
                <a:cs typeface="Segoe UI"/>
              </a:defRPr>
            </a:defPPr>
            <a:lvl1pPr algn="l">
              <a:defRPr sz="2025" b="1">
                <a:solidFill>
                  <a:srgbClr val="53677E"/>
                </a:solidFill>
                <a:latin typeface="Segoe UI"/>
                <a:ea typeface="Segoe UI"/>
                <a:cs typeface="Segoe UI"/>
              </a:defRPr>
            </a:lvl1pPr>
            <a:lvl2pPr algn="l">
              <a:defRPr sz="2025" b="1">
                <a:solidFill>
                  <a:srgbClr val="53677E"/>
                </a:solidFill>
                <a:latin typeface="Segoe UI"/>
                <a:ea typeface="Segoe UI"/>
                <a:cs typeface="Segoe UI"/>
              </a:defRPr>
            </a:lvl2pPr>
            <a:lvl3pPr algn="l">
              <a:defRPr sz="2025" b="1">
                <a:solidFill>
                  <a:srgbClr val="53677E"/>
                </a:solidFill>
                <a:latin typeface="Segoe UI"/>
                <a:ea typeface="Segoe UI"/>
                <a:cs typeface="Segoe UI"/>
              </a:defRPr>
            </a:lvl3pPr>
            <a:lvl4pPr algn="l">
              <a:defRPr sz="2025" b="1">
                <a:solidFill>
                  <a:srgbClr val="53677E"/>
                </a:solidFill>
                <a:latin typeface="Segoe UI"/>
                <a:ea typeface="Segoe UI"/>
                <a:cs typeface="Segoe UI"/>
              </a:defRPr>
            </a:lvl4pPr>
            <a:lvl5pPr algn="l">
              <a:defRPr sz="2025" b="1">
                <a:solidFill>
                  <a:srgbClr val="53677E"/>
                </a:solidFill>
                <a:latin typeface="Segoe UI"/>
                <a:ea typeface="Segoe UI"/>
                <a:cs typeface="Segoe UI"/>
              </a:defRPr>
            </a:lvl5pPr>
            <a:lvl6pPr algn="l">
              <a:defRPr sz="2025" b="1">
                <a:solidFill>
                  <a:srgbClr val="53677E"/>
                </a:solidFill>
                <a:latin typeface="Segoe UI"/>
                <a:ea typeface="Segoe UI"/>
                <a:cs typeface="Segoe UI"/>
              </a:defRPr>
            </a:lvl6pPr>
            <a:lvl7pPr algn="l">
              <a:defRPr sz="2025" b="1">
                <a:solidFill>
                  <a:srgbClr val="53677E"/>
                </a:solidFill>
                <a:latin typeface="Segoe UI"/>
                <a:ea typeface="Segoe UI"/>
                <a:cs typeface="Segoe UI"/>
              </a:defRPr>
            </a:lvl7pPr>
            <a:lvl8pPr algn="l">
              <a:defRPr sz="2025" b="1">
                <a:solidFill>
                  <a:srgbClr val="53677E"/>
                </a:solidFill>
                <a:latin typeface="Segoe UI"/>
                <a:ea typeface="Segoe UI"/>
                <a:cs typeface="Segoe UI"/>
              </a:defRPr>
            </a:lvl8pPr>
            <a:lvl9pPr algn="l">
              <a:defRPr sz="2025" b="1">
                <a:solidFill>
                  <a:srgbClr val="53677E"/>
                </a:solidFill>
                <a:latin typeface="Segoe UI"/>
                <a:ea typeface="Segoe UI"/>
                <a:cs typeface="Segoe UI"/>
              </a:defRPr>
            </a:lvl9pPr>
          </a:lstStyle>
          <a:p xmlns:a="http://schemas.openxmlformats.org/drawingml/2006/main">
            <a:pPr algn="l">
              <a:defRPr sz="2025" b="1">
                <a:solidFill>
                  <a:srgbClr val="53677E"/>
                </a:solidFill>
                <a:latin typeface="Segoe UI"/>
                <a:ea typeface="Segoe UI"/>
                <a:cs typeface="Segoe UI"/>
              </a:defRPr>
            </a:pPr>
            <a:r>
              <a:rPr sz="2025" b="1">
                <a:solidFill>
                  <a:srgbClr val="53677E"/>
                </a:solidFill>
                <a:latin typeface="Segoe UI"/>
                <a:ea typeface="Segoe UI"/>
                <a:cs typeface="Segoe UI"/>
              </a:rPr>
              <a:t>Historical model proposal</a:t>
            </a:r>
          </a:p>
        </p:txBody>
      </p:sp>
      <p:sp>
        <p:nvSpPr>
          <p:cNvPr id="4" name="text-es0iqn-72-252">
            <a:extLst xmlns:a="http://schemas.openxmlformats.org/drawingml/2006/main">
              <a:ext uri="{FF2B5EF4-FFF2-40B4-BE49-F238E27FC236}">
                <a16:creationId xmlns:a16="http://schemas.microsoft.com/office/drawing/2014/main" id="{8241B83A-C328-4DB1-937E-DCE77D52125A}"/>
              </a:ext>
            </a:extLst>
          </p:cNvPr>
          <p:cNvSpPr>
            <a:spLocks xmlns:a="http://schemas.openxmlformats.org/drawingml/2006/main" noGrp="1"/>
          </p:cNvSpPr>
          <p:nvPr/>
        </p:nvSpPr>
        <p:spPr>
          <a:xfrm xmlns:a="http://schemas.openxmlformats.org/drawingml/2006/main">
            <a:off x="685800" y="24003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BF3F53"/>
                </a:solidFill>
                <a:latin typeface="Segoe UI"/>
                <a:ea typeface="Segoe UI"/>
                <a:cs typeface="Segoe UI"/>
              </a:defRPr>
            </a:defPPr>
            <a:lvl1pPr algn="l">
              <a:defRPr sz="2700" b="1">
                <a:solidFill>
                  <a:srgbClr val="BF3F53"/>
                </a:solidFill>
                <a:latin typeface="Segoe UI"/>
                <a:ea typeface="Segoe UI"/>
                <a:cs typeface="Segoe UI"/>
              </a:defRPr>
            </a:lvl1pPr>
            <a:lvl2pPr algn="l">
              <a:defRPr sz="2700" b="1">
                <a:solidFill>
                  <a:srgbClr val="BF3F53"/>
                </a:solidFill>
                <a:latin typeface="Segoe UI"/>
                <a:ea typeface="Segoe UI"/>
                <a:cs typeface="Segoe UI"/>
              </a:defRPr>
            </a:lvl2pPr>
            <a:lvl3pPr algn="l">
              <a:defRPr sz="2700" b="1">
                <a:solidFill>
                  <a:srgbClr val="BF3F53"/>
                </a:solidFill>
                <a:latin typeface="Segoe UI"/>
                <a:ea typeface="Segoe UI"/>
                <a:cs typeface="Segoe UI"/>
              </a:defRPr>
            </a:lvl3pPr>
            <a:lvl4pPr algn="l">
              <a:defRPr sz="2700" b="1">
                <a:solidFill>
                  <a:srgbClr val="BF3F53"/>
                </a:solidFill>
                <a:latin typeface="Segoe UI"/>
                <a:ea typeface="Segoe UI"/>
                <a:cs typeface="Segoe UI"/>
              </a:defRPr>
            </a:lvl4pPr>
            <a:lvl5pPr algn="l">
              <a:defRPr sz="2700" b="1">
                <a:solidFill>
                  <a:srgbClr val="BF3F53"/>
                </a:solidFill>
                <a:latin typeface="Segoe UI"/>
                <a:ea typeface="Segoe UI"/>
                <a:cs typeface="Segoe UI"/>
              </a:defRPr>
            </a:lvl5pPr>
            <a:lvl6pPr algn="l">
              <a:defRPr sz="2700" b="1">
                <a:solidFill>
                  <a:srgbClr val="BF3F53"/>
                </a:solidFill>
                <a:latin typeface="Segoe UI"/>
                <a:ea typeface="Segoe UI"/>
                <a:cs typeface="Segoe UI"/>
              </a:defRPr>
            </a:lvl6pPr>
            <a:lvl7pPr algn="l">
              <a:defRPr sz="2700" b="1">
                <a:solidFill>
                  <a:srgbClr val="BF3F53"/>
                </a:solidFill>
                <a:latin typeface="Segoe UI"/>
                <a:ea typeface="Segoe UI"/>
                <a:cs typeface="Segoe UI"/>
              </a:defRPr>
            </a:lvl7pPr>
            <a:lvl8pPr algn="l">
              <a:defRPr sz="2700" b="1">
                <a:solidFill>
                  <a:srgbClr val="BF3F53"/>
                </a:solidFill>
                <a:latin typeface="Segoe UI"/>
                <a:ea typeface="Segoe UI"/>
                <a:cs typeface="Segoe UI"/>
              </a:defRPr>
            </a:lvl8pPr>
            <a:lvl9pPr algn="l">
              <a:defRPr sz="2700" b="1">
                <a:solidFill>
                  <a:srgbClr val="BF3F53"/>
                </a:solidFill>
                <a:latin typeface="Segoe UI"/>
                <a:ea typeface="Segoe UI"/>
                <a:cs typeface="Segoe UI"/>
              </a:defRPr>
            </a:lvl9pPr>
          </a:lstStyle>
          <a:p xmlns:a="http://schemas.openxmlformats.org/drawingml/2006/main">
            <a:pPr algn="l">
              <a:defRPr sz="2700" b="1">
                <a:solidFill>
                  <a:srgbClr val="BF3F53"/>
                </a:solidFill>
                <a:latin typeface="Segoe UI"/>
                <a:ea typeface="Segoe UI"/>
                <a:cs typeface="Segoe UI"/>
              </a:defRPr>
            </a:pPr>
            <a:r>
              <a:rPr sz="2700" b="1">
                <a:solidFill>
                  <a:srgbClr val="BF3F53"/>
                </a:solidFill>
                <a:latin typeface="Segoe UI"/>
                <a:ea typeface="Segoe UI"/>
                <a:cs typeface="Segoe UI"/>
              </a:rPr>
              <a:t>SUP-A affected</a:t>
            </a:r>
          </a:p>
        </p:txBody>
      </p:sp>
      <p:sp>
        <p:nvSpPr>
          <p:cNvPr id="5" name="text-es0iqn-72-334">
            <a:extLst xmlns:a="http://schemas.openxmlformats.org/drawingml/2006/main">
              <a:ext uri="{FF2B5EF4-FFF2-40B4-BE49-F238E27FC236}">
                <a16:creationId xmlns:a16="http://schemas.microsoft.com/office/drawing/2014/main" id="{2D142F84-D951-4EB0-93FC-0CA6189A2809}"/>
              </a:ext>
            </a:extLst>
          </p:cNvPr>
          <p:cNvSpPr>
            <a:spLocks xmlns:a="http://schemas.openxmlformats.org/drawingml/2006/main" noGrp="1"/>
          </p:cNvSpPr>
          <p:nvPr/>
        </p:nvSpPr>
        <p:spPr>
          <a:xfrm xmlns:a="http://schemas.openxmlformats.org/drawingml/2006/main">
            <a:off x="685800" y="31813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77E"/>
                </a:solidFill>
                <a:latin typeface="Segoe UI"/>
                <a:ea typeface="Segoe UI"/>
                <a:cs typeface="Segoe UI"/>
              </a:defRPr>
            </a:defPPr>
            <a:lvl1pPr algn="l">
              <a:defRPr sz="2025" b="0">
                <a:solidFill>
                  <a:srgbClr val="53677E"/>
                </a:solidFill>
                <a:latin typeface="Segoe UI"/>
                <a:ea typeface="Segoe UI"/>
                <a:cs typeface="Segoe UI"/>
              </a:defRPr>
            </a:lvl1pPr>
            <a:lvl2pPr algn="l">
              <a:defRPr sz="2025" b="0">
                <a:solidFill>
                  <a:srgbClr val="53677E"/>
                </a:solidFill>
                <a:latin typeface="Segoe UI"/>
                <a:ea typeface="Segoe UI"/>
                <a:cs typeface="Segoe UI"/>
              </a:defRPr>
            </a:lvl2pPr>
            <a:lvl3pPr algn="l">
              <a:defRPr sz="2025" b="0">
                <a:solidFill>
                  <a:srgbClr val="53677E"/>
                </a:solidFill>
                <a:latin typeface="Segoe UI"/>
                <a:ea typeface="Segoe UI"/>
                <a:cs typeface="Segoe UI"/>
              </a:defRPr>
            </a:lvl3pPr>
            <a:lvl4pPr algn="l">
              <a:defRPr sz="2025" b="0">
                <a:solidFill>
                  <a:srgbClr val="53677E"/>
                </a:solidFill>
                <a:latin typeface="Segoe UI"/>
                <a:ea typeface="Segoe UI"/>
                <a:cs typeface="Segoe UI"/>
              </a:defRPr>
            </a:lvl4pPr>
            <a:lvl5pPr algn="l">
              <a:defRPr sz="2025" b="0">
                <a:solidFill>
                  <a:srgbClr val="53677E"/>
                </a:solidFill>
                <a:latin typeface="Segoe UI"/>
                <a:ea typeface="Segoe UI"/>
                <a:cs typeface="Segoe UI"/>
              </a:defRPr>
            </a:lvl5pPr>
            <a:lvl6pPr algn="l">
              <a:defRPr sz="2025" b="0">
                <a:solidFill>
                  <a:srgbClr val="53677E"/>
                </a:solidFill>
                <a:latin typeface="Segoe UI"/>
                <a:ea typeface="Segoe UI"/>
                <a:cs typeface="Segoe UI"/>
              </a:defRPr>
            </a:lvl6pPr>
            <a:lvl7pPr algn="l">
              <a:defRPr sz="2025" b="0">
                <a:solidFill>
                  <a:srgbClr val="53677E"/>
                </a:solidFill>
                <a:latin typeface="Segoe UI"/>
                <a:ea typeface="Segoe UI"/>
                <a:cs typeface="Segoe UI"/>
              </a:defRPr>
            </a:lvl7pPr>
            <a:lvl8pPr algn="l">
              <a:defRPr sz="2025" b="0">
                <a:solidFill>
                  <a:srgbClr val="53677E"/>
                </a:solidFill>
                <a:latin typeface="Segoe UI"/>
                <a:ea typeface="Segoe UI"/>
                <a:cs typeface="Segoe UI"/>
              </a:defRPr>
            </a:lvl8pPr>
            <a:lvl9pPr algn="l">
              <a:defRPr sz="2025" b="0">
                <a:solidFill>
                  <a:srgbClr val="53677E"/>
                </a:solidFill>
                <a:latin typeface="Segoe UI"/>
                <a:ea typeface="Segoe UI"/>
                <a:cs typeface="Segoe UI"/>
              </a:defRPr>
            </a:lvl9pPr>
          </a:lstStyle>
          <a:p xmlns:a="http://schemas.openxmlformats.org/drawingml/2006/main">
            <a:pPr algn="l">
              <a:defRPr sz="2025" b="0">
                <a:solidFill>
                  <a:srgbClr val="53677E"/>
                </a:solidFill>
                <a:latin typeface="Segoe UI"/>
                <a:ea typeface="Segoe UI"/>
                <a:cs typeface="Segoe UI"/>
              </a:defRPr>
            </a:pPr>
            <a:r>
              <a:rPr sz="2025" b="0">
                <a:solidFill>
                  <a:srgbClr val="53677E"/>
                </a:solidFill>
                <a:latin typeface="Segoe UI"/>
                <a:ea typeface="Segoe UI"/>
                <a:cs typeface="Segoe UI"/>
              </a:rPr>
              <a:t>Complete scope claimed</a:t>
            </a:r>
          </a:p>
        </p:txBody>
      </p:sp>
      <p:sp>
        <p:nvSpPr>
          <p:cNvPr id="6" name="text-es0iqn-680-177">
            <a:extLst xmlns:a="http://schemas.openxmlformats.org/drawingml/2006/main">
              <a:ext uri="{FF2B5EF4-FFF2-40B4-BE49-F238E27FC236}">
                <a16:creationId xmlns:a16="http://schemas.microsoft.com/office/drawing/2014/main" id="{E9F892E4-0EC7-4FF7-8D2E-5E4FEBDE82C4}"/>
              </a:ext>
            </a:extLst>
          </p:cNvPr>
          <p:cNvSpPr>
            <a:spLocks xmlns:a="http://schemas.openxmlformats.org/drawingml/2006/main" noGrp="1"/>
          </p:cNvSpPr>
          <p:nvPr/>
        </p:nvSpPr>
        <p:spPr>
          <a:xfrm xmlns:a="http://schemas.openxmlformats.org/drawingml/2006/main">
            <a:off x="6477000" y="16859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53677E"/>
                </a:solidFill>
                <a:latin typeface="Segoe UI"/>
                <a:ea typeface="Segoe UI"/>
                <a:cs typeface="Segoe UI"/>
              </a:defRPr>
            </a:defPPr>
            <a:lvl1pPr algn="l">
              <a:defRPr sz="2025" b="1">
                <a:solidFill>
                  <a:srgbClr val="53677E"/>
                </a:solidFill>
                <a:latin typeface="Segoe UI"/>
                <a:ea typeface="Segoe UI"/>
                <a:cs typeface="Segoe UI"/>
              </a:defRPr>
            </a:lvl1pPr>
            <a:lvl2pPr algn="l">
              <a:defRPr sz="2025" b="1">
                <a:solidFill>
                  <a:srgbClr val="53677E"/>
                </a:solidFill>
                <a:latin typeface="Segoe UI"/>
                <a:ea typeface="Segoe UI"/>
                <a:cs typeface="Segoe UI"/>
              </a:defRPr>
            </a:lvl2pPr>
            <a:lvl3pPr algn="l">
              <a:defRPr sz="2025" b="1">
                <a:solidFill>
                  <a:srgbClr val="53677E"/>
                </a:solidFill>
                <a:latin typeface="Segoe UI"/>
                <a:ea typeface="Segoe UI"/>
                <a:cs typeface="Segoe UI"/>
              </a:defRPr>
            </a:lvl3pPr>
            <a:lvl4pPr algn="l">
              <a:defRPr sz="2025" b="1">
                <a:solidFill>
                  <a:srgbClr val="53677E"/>
                </a:solidFill>
                <a:latin typeface="Segoe UI"/>
                <a:ea typeface="Segoe UI"/>
                <a:cs typeface="Segoe UI"/>
              </a:defRPr>
            </a:lvl4pPr>
            <a:lvl5pPr algn="l">
              <a:defRPr sz="2025" b="1">
                <a:solidFill>
                  <a:srgbClr val="53677E"/>
                </a:solidFill>
                <a:latin typeface="Segoe UI"/>
                <a:ea typeface="Segoe UI"/>
                <a:cs typeface="Segoe UI"/>
              </a:defRPr>
            </a:lvl5pPr>
            <a:lvl6pPr algn="l">
              <a:defRPr sz="2025" b="1">
                <a:solidFill>
                  <a:srgbClr val="53677E"/>
                </a:solidFill>
                <a:latin typeface="Segoe UI"/>
                <a:ea typeface="Segoe UI"/>
                <a:cs typeface="Segoe UI"/>
              </a:defRPr>
            </a:lvl6pPr>
            <a:lvl7pPr algn="l">
              <a:defRPr sz="2025" b="1">
                <a:solidFill>
                  <a:srgbClr val="53677E"/>
                </a:solidFill>
                <a:latin typeface="Segoe UI"/>
                <a:ea typeface="Segoe UI"/>
                <a:cs typeface="Segoe UI"/>
              </a:defRPr>
            </a:lvl7pPr>
            <a:lvl8pPr algn="l">
              <a:defRPr sz="2025" b="1">
                <a:solidFill>
                  <a:srgbClr val="53677E"/>
                </a:solidFill>
                <a:latin typeface="Segoe UI"/>
                <a:ea typeface="Segoe UI"/>
                <a:cs typeface="Segoe UI"/>
              </a:defRPr>
            </a:lvl8pPr>
            <a:lvl9pPr algn="l">
              <a:defRPr sz="2025" b="1">
                <a:solidFill>
                  <a:srgbClr val="53677E"/>
                </a:solidFill>
                <a:latin typeface="Segoe UI"/>
                <a:ea typeface="Segoe UI"/>
                <a:cs typeface="Segoe UI"/>
              </a:defRPr>
            </a:lvl9pPr>
          </a:lstStyle>
          <a:p xmlns:a="http://schemas.openxmlformats.org/drawingml/2006/main">
            <a:pPr algn="l">
              <a:defRPr sz="2025" b="1">
                <a:solidFill>
                  <a:srgbClr val="53677E"/>
                </a:solidFill>
                <a:latin typeface="Segoe UI"/>
                <a:ea typeface="Segoe UI"/>
                <a:cs typeface="Segoe UI"/>
              </a:defRPr>
            </a:pPr>
            <a:r>
              <a:rPr sz="2025" b="1">
                <a:solidFill>
                  <a:srgbClr val="53677E"/>
                </a:solidFill>
                <a:latin typeface="Segoe UI"/>
                <a:ea typeface="Segoe UI"/>
                <a:cs typeface="Segoe UI"/>
              </a:rPr>
              <a:t>Application review proposal</a:t>
            </a:r>
          </a:p>
        </p:txBody>
      </p:sp>
      <p:sp>
        <p:nvSpPr>
          <p:cNvPr id="7" name="text-es0iqn-680-251">
            <a:extLst xmlns:a="http://schemas.openxmlformats.org/drawingml/2006/main">
              <a:ext uri="{FF2B5EF4-FFF2-40B4-BE49-F238E27FC236}">
                <a16:creationId xmlns:a16="http://schemas.microsoft.com/office/drawing/2014/main" id="{606B18C9-4544-40AA-8A41-A09DBF510562}"/>
              </a:ext>
            </a:extLst>
          </p:cNvPr>
          <p:cNvSpPr>
            <a:spLocks xmlns:a="http://schemas.openxmlformats.org/drawingml/2006/main" noGrp="1"/>
          </p:cNvSpPr>
          <p:nvPr/>
        </p:nvSpPr>
        <p:spPr>
          <a:xfrm xmlns:a="http://schemas.openxmlformats.org/drawingml/2006/main">
            <a:off x="6477000" y="23907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32A45"/>
                </a:solidFill>
                <a:latin typeface="Segoe UI"/>
                <a:ea typeface="Segoe UI"/>
                <a:cs typeface="Segoe UI"/>
              </a:defRPr>
            </a:defPPr>
            <a:lvl1pPr algn="l">
              <a:defRPr sz="2475" b="1">
                <a:solidFill>
                  <a:srgbClr val="132A45"/>
                </a:solidFill>
                <a:latin typeface="Segoe UI"/>
                <a:ea typeface="Segoe UI"/>
                <a:cs typeface="Segoe UI"/>
              </a:defRPr>
            </a:lvl1pPr>
            <a:lvl2pPr algn="l">
              <a:defRPr sz="2475" b="1">
                <a:solidFill>
                  <a:srgbClr val="132A45"/>
                </a:solidFill>
                <a:latin typeface="Segoe UI"/>
                <a:ea typeface="Segoe UI"/>
                <a:cs typeface="Segoe UI"/>
              </a:defRPr>
            </a:lvl2pPr>
            <a:lvl3pPr algn="l">
              <a:defRPr sz="2475" b="1">
                <a:solidFill>
                  <a:srgbClr val="132A45"/>
                </a:solidFill>
                <a:latin typeface="Segoe UI"/>
                <a:ea typeface="Segoe UI"/>
                <a:cs typeface="Segoe UI"/>
              </a:defRPr>
            </a:lvl3pPr>
            <a:lvl4pPr algn="l">
              <a:defRPr sz="2475" b="1">
                <a:solidFill>
                  <a:srgbClr val="132A45"/>
                </a:solidFill>
                <a:latin typeface="Segoe UI"/>
                <a:ea typeface="Segoe UI"/>
                <a:cs typeface="Segoe UI"/>
              </a:defRPr>
            </a:lvl4pPr>
            <a:lvl5pPr algn="l">
              <a:defRPr sz="2475" b="1">
                <a:solidFill>
                  <a:srgbClr val="132A45"/>
                </a:solidFill>
                <a:latin typeface="Segoe UI"/>
                <a:ea typeface="Segoe UI"/>
                <a:cs typeface="Segoe UI"/>
              </a:defRPr>
            </a:lvl5pPr>
            <a:lvl6pPr algn="l">
              <a:defRPr sz="2475" b="1">
                <a:solidFill>
                  <a:srgbClr val="132A45"/>
                </a:solidFill>
                <a:latin typeface="Segoe UI"/>
                <a:ea typeface="Segoe UI"/>
                <a:cs typeface="Segoe UI"/>
              </a:defRPr>
            </a:lvl6pPr>
            <a:lvl7pPr algn="l">
              <a:defRPr sz="2475" b="1">
                <a:solidFill>
                  <a:srgbClr val="132A45"/>
                </a:solidFill>
                <a:latin typeface="Segoe UI"/>
                <a:ea typeface="Segoe UI"/>
                <a:cs typeface="Segoe UI"/>
              </a:defRPr>
            </a:lvl7pPr>
            <a:lvl8pPr algn="l">
              <a:defRPr sz="2475" b="1">
                <a:solidFill>
                  <a:srgbClr val="132A45"/>
                </a:solidFill>
                <a:latin typeface="Segoe UI"/>
                <a:ea typeface="Segoe UI"/>
                <a:cs typeface="Segoe UI"/>
              </a:defRPr>
            </a:lvl8pPr>
            <a:lvl9pPr algn="l">
              <a:defRPr sz="2475" b="1">
                <a:solidFill>
                  <a:srgbClr val="132A45"/>
                </a:solidFill>
                <a:latin typeface="Segoe UI"/>
                <a:ea typeface="Segoe UI"/>
                <a:cs typeface="Segoe UI"/>
              </a:defRPr>
            </a:lvl9pPr>
          </a:lstStyle>
          <a:p xmlns:a="http://schemas.openxmlformats.org/drawingml/2006/main">
            <a:pPr algn="l">
              <a:defRPr sz="2475" b="1">
                <a:solidFill>
                  <a:srgbClr val="132A45"/>
                </a:solidFill>
                <a:latin typeface="Segoe UI"/>
                <a:ea typeface="Segoe UI"/>
                <a:cs typeface="Segoe UI"/>
              </a:defRPr>
            </a:pPr>
            <a:r>
              <a:rPr sz="2475" b="1">
                <a:solidFill>
                  <a:srgbClr val="132A45"/>
                </a:solidFill>
                <a:latin typeface="Segoe UI"/>
                <a:ea typeface="Segoe UI"/>
                <a:cs typeface="Segoe UI"/>
              </a:rPr>
              <a:t>SUP-A affected</a:t>
            </a:r>
          </a:p>
          <a:p xmlns:a="http://schemas.openxmlformats.org/drawingml/2006/main">
            <a:pPr algn="l">
              <a:defRPr sz="2475" b="1">
                <a:solidFill>
                  <a:srgbClr val="132A45"/>
                </a:solidFill>
                <a:latin typeface="Segoe UI"/>
                <a:ea typeface="Segoe UI"/>
                <a:cs typeface="Segoe UI"/>
              </a:defRPr>
            </a:pPr>
            <a:r>
              <a:rPr sz="2475" b="1">
                <a:solidFill>
                  <a:srgbClr val="132A45"/>
                </a:solidFill>
                <a:latin typeface="Segoe UI"/>
                <a:ea typeface="Segoe UI"/>
                <a:cs typeface="Segoe UI"/>
              </a:rPr>
              <a:t>SUP-B uncertain</a:t>
            </a:r>
          </a:p>
          <a:p xmlns:a="http://schemas.openxmlformats.org/drawingml/2006/main">
            <a:pPr algn="l">
              <a:defRPr sz="2475" b="1">
                <a:solidFill>
                  <a:srgbClr val="132A45"/>
                </a:solidFill>
                <a:latin typeface="Segoe UI"/>
                <a:ea typeface="Segoe UI"/>
                <a:cs typeface="Segoe UI"/>
              </a:defRPr>
            </a:pPr>
            <a:r>
              <a:rPr sz="2475" b="1">
                <a:solidFill>
                  <a:srgbClr val="132A45"/>
                </a:solidFill>
                <a:latin typeface="Segoe UI"/>
                <a:ea typeface="Segoe UI"/>
                <a:cs typeface="Segoe UI"/>
              </a:rPr>
              <a:t>SUP-C uncertain</a:t>
            </a:r>
          </a:p>
        </p:txBody>
      </p:sp>
      <p:sp>
        <p:nvSpPr>
          <p:cNvPr id="8" name="text-es0iqn-680-439">
            <a:extLst xmlns:a="http://schemas.openxmlformats.org/drawingml/2006/main">
              <a:ext uri="{FF2B5EF4-FFF2-40B4-BE49-F238E27FC236}">
                <a16:creationId xmlns:a16="http://schemas.microsoft.com/office/drawing/2014/main" id="{C7189CFD-1559-4607-9270-7A306F1B20F4}"/>
              </a:ext>
            </a:extLst>
          </p:cNvPr>
          <p:cNvSpPr>
            <a:spLocks xmlns:a="http://schemas.openxmlformats.org/drawingml/2006/main" noGrp="1"/>
          </p:cNvSpPr>
          <p:nvPr/>
        </p:nvSpPr>
        <p:spPr>
          <a:xfrm xmlns:a="http://schemas.openxmlformats.org/drawingml/2006/main">
            <a:off x="6477000" y="41814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A56B10"/>
                </a:solidFill>
                <a:latin typeface="Segoe UI"/>
                <a:ea typeface="Segoe UI"/>
                <a:cs typeface="Segoe UI"/>
              </a:defRPr>
            </a:defPPr>
            <a:lvl1pPr algn="l">
              <a:defRPr sz="2700" b="1">
                <a:solidFill>
                  <a:srgbClr val="A56B10"/>
                </a:solidFill>
                <a:latin typeface="Segoe UI"/>
                <a:ea typeface="Segoe UI"/>
                <a:cs typeface="Segoe UI"/>
              </a:defRPr>
            </a:lvl1pPr>
            <a:lvl2pPr algn="l">
              <a:defRPr sz="2700" b="1">
                <a:solidFill>
                  <a:srgbClr val="A56B10"/>
                </a:solidFill>
                <a:latin typeface="Segoe UI"/>
                <a:ea typeface="Segoe UI"/>
                <a:cs typeface="Segoe UI"/>
              </a:defRPr>
            </a:lvl2pPr>
            <a:lvl3pPr algn="l">
              <a:defRPr sz="2700" b="1">
                <a:solidFill>
                  <a:srgbClr val="A56B10"/>
                </a:solidFill>
                <a:latin typeface="Segoe UI"/>
                <a:ea typeface="Segoe UI"/>
                <a:cs typeface="Segoe UI"/>
              </a:defRPr>
            </a:lvl3pPr>
            <a:lvl4pPr algn="l">
              <a:defRPr sz="2700" b="1">
                <a:solidFill>
                  <a:srgbClr val="A56B10"/>
                </a:solidFill>
                <a:latin typeface="Segoe UI"/>
                <a:ea typeface="Segoe UI"/>
                <a:cs typeface="Segoe UI"/>
              </a:defRPr>
            </a:lvl4pPr>
            <a:lvl5pPr algn="l">
              <a:defRPr sz="2700" b="1">
                <a:solidFill>
                  <a:srgbClr val="A56B10"/>
                </a:solidFill>
                <a:latin typeface="Segoe UI"/>
                <a:ea typeface="Segoe UI"/>
                <a:cs typeface="Segoe UI"/>
              </a:defRPr>
            </a:lvl5pPr>
            <a:lvl6pPr algn="l">
              <a:defRPr sz="2700" b="1">
                <a:solidFill>
                  <a:srgbClr val="A56B10"/>
                </a:solidFill>
                <a:latin typeface="Segoe UI"/>
                <a:ea typeface="Segoe UI"/>
                <a:cs typeface="Segoe UI"/>
              </a:defRPr>
            </a:lvl6pPr>
            <a:lvl7pPr algn="l">
              <a:defRPr sz="2700" b="1">
                <a:solidFill>
                  <a:srgbClr val="A56B10"/>
                </a:solidFill>
                <a:latin typeface="Segoe UI"/>
                <a:ea typeface="Segoe UI"/>
                <a:cs typeface="Segoe UI"/>
              </a:defRPr>
            </a:lvl7pPr>
            <a:lvl8pPr algn="l">
              <a:defRPr sz="2700" b="1">
                <a:solidFill>
                  <a:srgbClr val="A56B10"/>
                </a:solidFill>
                <a:latin typeface="Segoe UI"/>
                <a:ea typeface="Segoe UI"/>
                <a:cs typeface="Segoe UI"/>
              </a:defRPr>
            </a:lvl8pPr>
            <a:lvl9pPr algn="l">
              <a:defRPr sz="2700" b="1">
                <a:solidFill>
                  <a:srgbClr val="A56B10"/>
                </a:solidFill>
                <a:latin typeface="Segoe UI"/>
                <a:ea typeface="Segoe UI"/>
                <a:cs typeface="Segoe UI"/>
              </a:defRPr>
            </a:lvl9pPr>
          </a:lstStyle>
          <a:p xmlns:a="http://schemas.openxmlformats.org/drawingml/2006/main">
            <a:pPr algn="l">
              <a:defRPr sz="2700" b="1">
                <a:solidFill>
                  <a:srgbClr val="A56B10"/>
                </a:solidFill>
                <a:latin typeface="Segoe UI"/>
                <a:ea typeface="Segoe UI"/>
                <a:cs typeface="Segoe UI"/>
              </a:defRPr>
            </a:pPr>
            <a:r>
              <a:rPr sz="2700" b="1">
                <a:solidFill>
                  <a:srgbClr val="A56B10"/>
                </a:solidFill>
                <a:latin typeface="Segoe UI"/>
                <a:ea typeface="Segoe UI"/>
                <a:cs typeface="Segoe UI"/>
              </a:rPr>
              <a:t>Unknown scope</a:t>
            </a:r>
          </a:p>
        </p:txBody>
      </p:sp>
      <p:sp>
        <p:nvSpPr>
          <p:cNvPr id="9" name="text-es0iqn-72-625">
            <a:extLst xmlns:a="http://schemas.openxmlformats.org/drawingml/2006/main">
              <a:ext uri="{FF2B5EF4-FFF2-40B4-BE49-F238E27FC236}">
                <a16:creationId xmlns:a16="http://schemas.microsoft.com/office/drawing/2014/main" id="{0A9E41C1-84E8-4CC3-BE78-3CE02CEB064F}"/>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Historical omission replay. Missing evidence cannot justify an exclusion or a narrowed approval.</a:t>
            </a:r>
          </a:p>
        </p:txBody>
      </p:sp>
    </p:spTree>
    <p:extLst>
      <p:ext uri="{BB962C8B-B14F-4D97-AF65-F5344CB8AC3E}">
        <p14:creationId xmlns:p14="http://schemas.microsoft.com/office/powerpoint/2010/main" val="19193438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2tdmi5-72-52">
            <a:extLst xmlns:a="http://schemas.openxmlformats.org/drawingml/2006/main">
              <a:ext uri="{FF2B5EF4-FFF2-40B4-BE49-F238E27FC236}">
                <a16:creationId xmlns:a16="http://schemas.microsoft.com/office/drawing/2014/main" id="{0B929DC0-C50B-479A-BFE8-8A349CA06A4E}"/>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AMD and Evolus in the workflow</a:t>
            </a:r>
          </a:p>
        </p:txBody>
      </p:sp>
      <p:sp>
        <p:nvSpPr>
          <p:cNvPr id="2" name="text-2tdmi5-1160-672">
            <a:extLst xmlns:a="http://schemas.openxmlformats.org/drawingml/2006/main">
              <a:ext uri="{FF2B5EF4-FFF2-40B4-BE49-F238E27FC236}">
                <a16:creationId xmlns:a16="http://schemas.microsoft.com/office/drawing/2014/main" id="{D2DCFE5C-5036-4C9B-AF68-96265C1EECB0}"/>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07</a:t>
            </a:r>
          </a:p>
        </p:txBody>
      </p:sp>
      <p:graphicFrame>
        <p:nvGraphicFramePr>
          <p:cNvPr id="3" name="">
            <a:extLst xmlns:a="http://schemas.openxmlformats.org/drawingml/2006/main">
              <a:ext uri="{FF2B5EF4-FFF2-40B4-BE49-F238E27FC236}">
                <a16:creationId xmlns:a16="http://schemas.microsoft.com/office/drawing/2014/main" id="{8F1C699D-AA03-412C-BCE7-DCE5F2CE5A49}"/>
              </a:ext>
            </a:extLst>
          </p:cNvPr>
          <p:cNvGraphicFramePr/>
          <p:nvPr/>
        </p:nvGraphicFramePr>
        <p:xfrm>
          <a:off xmlns:a="http://schemas.openxmlformats.org/drawingml/2006/main" x="685800" y="1685925"/>
          <a:ext xmlns:a="http://schemas.openxmlformats.org/drawingml/2006/main" cx="10820400" cy="3714750"/>
        </p:xfrm>
        <a:graphic xmlns:a="http://schemas.openxmlformats.org/drawingml/2006/main">
          <a:graphicData uri="http://schemas.openxmlformats.org/drawingml/2006/table">
            <a:tbl>
              <a:tblPr/>
              <a:tblGrid>
                <a:gridCol w="3143250"/>
                <a:gridCol w="4714875"/>
                <a:gridCol w="2962275"/>
              </a:tblGrid>
              <a:tr h="742950">
                <a:tc>
                  <a:txBody>
                    <a:bodyPr/>
                    <a:lstStyle/>
                    <a:p>
                      <a:r>
                        <a:rPr sz="1725" b="1">
                          <a:solidFill>
                            <a:srgbClr val="FFFFFF"/>
                          </a:solidFill>
                          <a:latin typeface="Segoe UI"/>
                          <a:ea typeface="Segoe UI"/>
                          <a:cs typeface="Segoe UI"/>
                        </a:rPr>
                        <a:t>Component</a:t>
                      </a:r>
                    </a:p>
                  </a:txBody>
                  <a:tcPr marL="142875" marR="142875" marT="114300" marB="95250" anchor="ctr">
                    <a:lnL w="5715">
                      <a:solidFill>
                        <a:srgbClr val="DCE3EB"/>
                      </a:solidFill>
                      <a:prstDash val="solid"/>
                    </a:lnL>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c>
                  <a:txBody>
                    <a:bodyPr/>
                    <a:lstStyle/>
                    <a:p>
                      <a:r>
                        <a:rPr sz="1725" b="1">
                          <a:solidFill>
                            <a:srgbClr val="FFFFFF"/>
                          </a:solidFill>
                          <a:latin typeface="Segoe UI"/>
                          <a:ea typeface="Segoe UI"/>
                          <a:cs typeface="Segoe UI"/>
                        </a:rPr>
                        <a:t>Responsibility</a:t>
                      </a:r>
                    </a:p>
                  </a:txBody>
                  <a:tcPr marL="142875" marR="142875" marT="114300" marB="95250" anchor="ctr">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c>
                  <a:txBody>
                    <a:bodyPr/>
                    <a:lstStyle/>
                    <a:p>
                      <a:r>
                        <a:rPr sz="1725" b="1">
                          <a:solidFill>
                            <a:srgbClr val="FFFFFF"/>
                          </a:solidFill>
                          <a:latin typeface="Segoe UI"/>
                          <a:ea typeface="Segoe UI"/>
                          <a:cs typeface="Segoe UI"/>
                        </a:rPr>
                        <a:t>Authority</a:t>
                      </a:r>
                    </a:p>
                  </a:txBody>
                  <a:tcPr marL="142875" marR="142875" marT="114300" marB="95250" anchor="ctr">
                    <a:lnR w="5715">
                      <a:solidFill>
                        <a:srgbClr val="DCE3EB"/>
                      </a:solidFill>
                      <a:prstDash val="solid"/>
                    </a:lnR>
                    <a:lnT w="5715">
                      <a:solidFill>
                        <a:srgbClr val="DCE3EB"/>
                      </a:solidFill>
                      <a:prstDash val="solid"/>
                    </a:lnT>
                    <a:lnB w="5715">
                      <a:solidFill>
                        <a:srgbClr val="DCE3EB"/>
                      </a:solidFill>
                      <a:prstDash val="solid"/>
                    </a:lnB>
                    <a:solidFill>
                      <a:srgbClr val="102138"/>
                    </a:solidFill>
                  </a:tcPr>
                </a:tc>
              </a:tr>
              <a:tr h="742950">
                <a:tc>
                  <a:txBody>
                    <a:bodyPr/>
                    <a:lstStyle/>
                    <a:p>
                      <a:r>
                        <a:rPr sz="1725">
                          <a:solidFill>
                            <a:srgbClr val="132A45"/>
                          </a:solidFill>
                          <a:latin typeface="Segoe UI"/>
                          <a:ea typeface="Segoe UI"/>
                          <a:cs typeface="Segoe UI"/>
                        </a:rPr>
                        <a:t>Evolus document reader</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Read the retained original PDF</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Unreviewed source output</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742950">
                <a:tc>
                  <a:txBody>
                    <a:bodyPr/>
                    <a:lstStyle/>
                    <a:p>
                      <a:r>
                        <a:rPr sz="1725">
                          <a:solidFill>
                            <a:srgbClr val="132A45"/>
                          </a:solidFill>
                          <a:latin typeface="Segoe UI"/>
                          <a:ea typeface="Segoe UI"/>
                          <a:cs typeface="Segoe UI"/>
                        </a:rPr>
                        <a:t>Extractor and Gemma agent</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Propose identities and incident labels</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Unreviewed proposals</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742950">
                <a:tc>
                  <a:txBody>
                    <a:bodyPr/>
                    <a:lstStyle/>
                    <a:p>
                      <a:r>
                        <a:rPr sz="1725">
                          <a:solidFill>
                            <a:srgbClr val="132A45"/>
                          </a:solidFill>
                          <a:latin typeface="Segoe UI"/>
                          <a:ea typeface="Segoe UI"/>
                          <a:cs typeface="Segoe UI"/>
                        </a:rPr>
                        <a:t>BatchFence review engine</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Check sources and calculate scope</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Reviewed evidence</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r h="742950">
                <a:tc>
                  <a:txBody>
                    <a:bodyPr/>
                    <a:lstStyle/>
                    <a:p>
                      <a:r>
                        <a:rPr sz="1725">
                          <a:solidFill>
                            <a:srgbClr val="132A45"/>
                          </a:solidFill>
                          <a:latin typeface="Segoe UI"/>
                          <a:ea typeface="Segoe UI"/>
                          <a:cs typeface="Segoe UI"/>
                        </a:rPr>
                        <a:t>Explicit approval and ledger</a:t>
                      </a:r>
                    </a:p>
                  </a:txBody>
                  <a:tcPr marL="142875" marR="142875" marT="114300" marB="95250" anchor="ctr">
                    <a:lnL w="5715">
                      <a:solidFill>
                        <a:srgbClr val="DCE3EB"/>
                      </a:solidFill>
                      <a:prstDash val="solid"/>
                    </a:lnL>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Bind exact actions and retain receipts</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c>
                  <a:txBody>
                    <a:bodyPr/>
                    <a:lstStyle/>
                    <a:p>
                      <a:r>
                        <a:rPr sz="1725">
                          <a:solidFill>
                            <a:srgbClr val="132A45"/>
                          </a:solidFill>
                          <a:latin typeface="Segoe UI"/>
                          <a:ea typeface="Segoe UI"/>
                          <a:cs typeface="Segoe UI"/>
                        </a:rPr>
                        <a:t>Sandbox actions only</a:t>
                      </a:r>
                    </a:p>
                  </a:txBody>
                  <a:tcPr marL="142875" marR="142875" marT="114300" marB="95250" anchor="ctr">
                    <a:lnR w="5715">
                      <a:solidFill>
                        <a:srgbClr val="DCE3EB"/>
                      </a:solidFill>
                      <a:prstDash val="solid"/>
                    </a:lnR>
                    <a:lnB w="5715">
                      <a:solidFill>
                        <a:srgbClr val="DCE3EB"/>
                      </a:solidFill>
                      <a:prstDash val="solid"/>
                    </a:lnB>
                    <a:solidFill>
                      <a:srgbClr val="FFFFFF"/>
                    </a:solidFill>
                  </a:tcPr>
                </a:tc>
              </a:tr>
            </a:tbl>
          </a:graphicData>
        </a:graphic>
      </p:graphicFrame>
      <p:sp>
        <p:nvSpPr>
          <p:cNvPr id="4" name="text-2tdmi5-72-625">
            <a:extLst xmlns:a="http://schemas.openxmlformats.org/drawingml/2006/main">
              <a:ext uri="{FF2B5EF4-FFF2-40B4-BE49-F238E27FC236}">
                <a16:creationId xmlns:a16="http://schemas.microsoft.com/office/drawing/2014/main" id="{58D77CFE-EA56-4D10-8528-868E266DB2C6}"/>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Configured own/gemma-4-31b-it on managed AMD access. Evolus does not expose runtime model identity.</a:t>
            </a:r>
          </a:p>
        </p:txBody>
      </p:sp>
    </p:spTree>
    <p:extLst>
      <p:ext uri="{BB962C8B-B14F-4D97-AF65-F5344CB8AC3E}">
        <p14:creationId xmlns:p14="http://schemas.microsoft.com/office/powerpoint/2010/main" val="138963974"/>
      </p:ext>
    </p:extLst>
  </p:cSld>
</p:sld>
</file>

<file path=ppt/slides/slide8.xml><?xml version="1.0" encoding="utf-8"?>
<p:sld xmlns:p="http://schemas.openxmlformats.org/presentationml/2006/main">
  <p:cSld>
    <p:bg>
      <p:bgPr>
        <a:solidFill xmlns:a="http://schemas.openxmlformats.org/drawingml/2006/main">
          <a:srgbClr val="102138"/>
        </a:solidFill>
      </p:bgPr>
    </p:bg>
    <p:spTree>
      <p:nvGrpSpPr>
        <p:cNvPr id="1" name=""/>
        <p:cNvGrpSpPr/>
        <p:nvPr/>
      </p:nvGrpSpPr>
      <p:grpSpPr>
        <a:xfrm xmlns:a="http://schemas.openxmlformats.org/drawingml/2006/main"/>
      </p:grpSpPr>
      <p:sp>
        <p:nvSpPr>
          <p:cNvPr id="7" name="text-1dfb6z-72-52">
            <a:extLst xmlns:a="http://schemas.openxmlformats.org/drawingml/2006/main">
              <a:ext uri="{FF2B5EF4-FFF2-40B4-BE49-F238E27FC236}">
                <a16:creationId xmlns:a16="http://schemas.microsoft.com/office/drawing/2014/main" id="{A8FC05D5-37E7-4AD0-AAD5-2511C47CE856}"/>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Segoe UI"/>
                <a:ea typeface="Segoe UI"/>
                <a:cs typeface="Segoe UI"/>
              </a:defRPr>
            </a:defPPr>
            <a:lvl1pPr algn="l">
              <a:defRPr sz="3450" b="1">
                <a:solidFill>
                  <a:srgbClr val="FFFFFF"/>
                </a:solidFill>
                <a:latin typeface="Segoe UI"/>
                <a:ea typeface="Segoe UI"/>
                <a:cs typeface="Segoe UI"/>
              </a:defRPr>
            </a:lvl1pPr>
            <a:lvl2pPr algn="l">
              <a:defRPr sz="3450" b="1">
                <a:solidFill>
                  <a:srgbClr val="FFFFFF"/>
                </a:solidFill>
                <a:latin typeface="Segoe UI"/>
                <a:ea typeface="Segoe UI"/>
                <a:cs typeface="Segoe UI"/>
              </a:defRPr>
            </a:lvl2pPr>
            <a:lvl3pPr algn="l">
              <a:defRPr sz="3450" b="1">
                <a:solidFill>
                  <a:srgbClr val="FFFFFF"/>
                </a:solidFill>
                <a:latin typeface="Segoe UI"/>
                <a:ea typeface="Segoe UI"/>
                <a:cs typeface="Segoe UI"/>
              </a:defRPr>
            </a:lvl3pPr>
            <a:lvl4pPr algn="l">
              <a:defRPr sz="3450" b="1">
                <a:solidFill>
                  <a:srgbClr val="FFFFFF"/>
                </a:solidFill>
                <a:latin typeface="Segoe UI"/>
                <a:ea typeface="Segoe UI"/>
                <a:cs typeface="Segoe UI"/>
              </a:defRPr>
            </a:lvl4pPr>
            <a:lvl5pPr algn="l">
              <a:defRPr sz="3450" b="1">
                <a:solidFill>
                  <a:srgbClr val="FFFFFF"/>
                </a:solidFill>
                <a:latin typeface="Segoe UI"/>
                <a:ea typeface="Segoe UI"/>
                <a:cs typeface="Segoe UI"/>
              </a:defRPr>
            </a:lvl5pPr>
            <a:lvl6pPr algn="l">
              <a:defRPr sz="3450" b="1">
                <a:solidFill>
                  <a:srgbClr val="FFFFFF"/>
                </a:solidFill>
                <a:latin typeface="Segoe UI"/>
                <a:ea typeface="Segoe UI"/>
                <a:cs typeface="Segoe UI"/>
              </a:defRPr>
            </a:lvl6pPr>
            <a:lvl7pPr algn="l">
              <a:defRPr sz="3450" b="1">
                <a:solidFill>
                  <a:srgbClr val="FFFFFF"/>
                </a:solidFill>
                <a:latin typeface="Segoe UI"/>
                <a:ea typeface="Segoe UI"/>
                <a:cs typeface="Segoe UI"/>
              </a:defRPr>
            </a:lvl7pPr>
            <a:lvl8pPr algn="l">
              <a:defRPr sz="3450" b="1">
                <a:solidFill>
                  <a:srgbClr val="FFFFFF"/>
                </a:solidFill>
                <a:latin typeface="Segoe UI"/>
                <a:ea typeface="Segoe UI"/>
                <a:cs typeface="Segoe UI"/>
              </a:defRPr>
            </a:lvl8pPr>
            <a:lvl9pPr algn="l">
              <a:defRPr sz="3450" b="1">
                <a:solidFill>
                  <a:srgbClr val="FFFFFF"/>
                </a:solidFill>
                <a:latin typeface="Segoe UI"/>
                <a:ea typeface="Segoe UI"/>
                <a:cs typeface="Segoe UI"/>
              </a:defRPr>
            </a:lvl9pPr>
          </a:lstStyle>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RAG cites the complete approved original</a:t>
            </a:r>
          </a:p>
        </p:txBody>
      </p:sp>
      <p:sp>
        <p:nvSpPr>
          <p:cNvPr id="2" name="text-1dfb6z-1160-672">
            <a:extLst xmlns:a="http://schemas.openxmlformats.org/drawingml/2006/main">
              <a:ext uri="{FF2B5EF4-FFF2-40B4-BE49-F238E27FC236}">
                <a16:creationId xmlns:a16="http://schemas.microsoft.com/office/drawing/2014/main" id="{EACAD2ED-997A-4894-842F-CA9029875E6F}"/>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9BBCF"/>
                </a:solidFill>
                <a:latin typeface="Segoe UI"/>
                <a:ea typeface="Segoe UI"/>
                <a:cs typeface="Segoe UI"/>
              </a:defRPr>
            </a:defPPr>
            <a:lvl1pPr algn="l">
              <a:defRPr sz="1275" b="0">
                <a:solidFill>
                  <a:srgbClr val="A9BBCF"/>
                </a:solidFill>
                <a:latin typeface="Segoe UI"/>
                <a:ea typeface="Segoe UI"/>
                <a:cs typeface="Segoe UI"/>
              </a:defRPr>
            </a:lvl1pPr>
            <a:lvl2pPr algn="l">
              <a:defRPr sz="1275" b="0">
                <a:solidFill>
                  <a:srgbClr val="A9BBCF"/>
                </a:solidFill>
                <a:latin typeface="Segoe UI"/>
                <a:ea typeface="Segoe UI"/>
                <a:cs typeface="Segoe UI"/>
              </a:defRPr>
            </a:lvl2pPr>
            <a:lvl3pPr algn="l">
              <a:defRPr sz="1275" b="0">
                <a:solidFill>
                  <a:srgbClr val="A9BBCF"/>
                </a:solidFill>
                <a:latin typeface="Segoe UI"/>
                <a:ea typeface="Segoe UI"/>
                <a:cs typeface="Segoe UI"/>
              </a:defRPr>
            </a:lvl3pPr>
            <a:lvl4pPr algn="l">
              <a:defRPr sz="1275" b="0">
                <a:solidFill>
                  <a:srgbClr val="A9BBCF"/>
                </a:solidFill>
                <a:latin typeface="Segoe UI"/>
                <a:ea typeface="Segoe UI"/>
                <a:cs typeface="Segoe UI"/>
              </a:defRPr>
            </a:lvl4pPr>
            <a:lvl5pPr algn="l">
              <a:defRPr sz="1275" b="0">
                <a:solidFill>
                  <a:srgbClr val="A9BBCF"/>
                </a:solidFill>
                <a:latin typeface="Segoe UI"/>
                <a:ea typeface="Segoe UI"/>
                <a:cs typeface="Segoe UI"/>
              </a:defRPr>
            </a:lvl5pPr>
            <a:lvl6pPr algn="l">
              <a:defRPr sz="1275" b="0">
                <a:solidFill>
                  <a:srgbClr val="A9BBCF"/>
                </a:solidFill>
                <a:latin typeface="Segoe UI"/>
                <a:ea typeface="Segoe UI"/>
                <a:cs typeface="Segoe UI"/>
              </a:defRPr>
            </a:lvl6pPr>
            <a:lvl7pPr algn="l">
              <a:defRPr sz="1275" b="0">
                <a:solidFill>
                  <a:srgbClr val="A9BBCF"/>
                </a:solidFill>
                <a:latin typeface="Segoe UI"/>
                <a:ea typeface="Segoe UI"/>
                <a:cs typeface="Segoe UI"/>
              </a:defRPr>
            </a:lvl7pPr>
            <a:lvl8pPr algn="l">
              <a:defRPr sz="1275" b="0">
                <a:solidFill>
                  <a:srgbClr val="A9BBCF"/>
                </a:solidFill>
                <a:latin typeface="Segoe UI"/>
                <a:ea typeface="Segoe UI"/>
                <a:cs typeface="Segoe UI"/>
              </a:defRPr>
            </a:lvl8pPr>
            <a:lvl9pPr algn="l">
              <a:defRPr sz="1275" b="0">
                <a:solidFill>
                  <a:srgbClr val="A9BBCF"/>
                </a:solidFill>
                <a:latin typeface="Segoe UI"/>
                <a:ea typeface="Segoe UI"/>
                <a:cs typeface="Segoe UI"/>
              </a:defRPr>
            </a:lvl9pPr>
          </a:lstStyle>
          <a:p xmlns:a="http://schemas.openxmlformats.org/drawingml/2006/main">
            <a:pPr algn="l">
              <a:defRPr sz="1275" b="0">
                <a:solidFill>
                  <a:srgbClr val="A9BBCF"/>
                </a:solidFill>
                <a:latin typeface="Segoe UI"/>
                <a:ea typeface="Segoe UI"/>
                <a:cs typeface="Segoe UI"/>
              </a:defRPr>
            </a:pPr>
            <a:r>
              <a:rPr sz="1275" b="0">
                <a:solidFill>
                  <a:srgbClr val="A9BBCF"/>
                </a:solidFill>
                <a:latin typeface="Segoe UI"/>
                <a:ea typeface="Segoe UI"/>
                <a:cs typeface="Segoe UI"/>
              </a:rPr>
              <a:t>08</a:t>
            </a:r>
          </a:p>
        </p:txBody>
      </p:sp>
      <p:sp>
        <p:nvSpPr>
          <p:cNvPr id="3" name="text-1dfb6z-72-189">
            <a:extLst xmlns:a="http://schemas.openxmlformats.org/drawingml/2006/main">
              <a:ext uri="{FF2B5EF4-FFF2-40B4-BE49-F238E27FC236}">
                <a16:creationId xmlns:a16="http://schemas.microsoft.com/office/drawing/2014/main" id="{CEC10A25-4A2E-4226-BB56-B4E67DBDA2B5}"/>
              </a:ext>
            </a:extLst>
          </p:cNvPr>
          <p:cNvSpPr>
            <a:spLocks xmlns:a="http://schemas.openxmlformats.org/drawingml/2006/main" noGrp="1"/>
          </p:cNvSpPr>
          <p:nvPr/>
        </p:nvSpPr>
        <p:spPr>
          <a:xfrm xmlns:a="http://schemas.openxmlformats.org/drawingml/2006/main">
            <a:off x="685800" y="1800225"/>
            <a:ext cx="7620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FFFFF"/>
                </a:solidFill>
                <a:latin typeface="Segoe UI"/>
                <a:ea typeface="Segoe UI"/>
                <a:cs typeface="Segoe UI"/>
              </a:defRPr>
            </a:defPPr>
            <a:lvl1pPr algn="l">
              <a:defRPr sz="2325" b="0">
                <a:solidFill>
                  <a:srgbClr val="FFFFFF"/>
                </a:solidFill>
                <a:latin typeface="Segoe UI"/>
                <a:ea typeface="Segoe UI"/>
                <a:cs typeface="Segoe UI"/>
              </a:defRPr>
            </a:lvl1pPr>
            <a:lvl2pPr algn="l">
              <a:defRPr sz="2325" b="0">
                <a:solidFill>
                  <a:srgbClr val="FFFFFF"/>
                </a:solidFill>
                <a:latin typeface="Segoe UI"/>
                <a:ea typeface="Segoe UI"/>
                <a:cs typeface="Segoe UI"/>
              </a:defRPr>
            </a:lvl2pPr>
            <a:lvl3pPr algn="l">
              <a:defRPr sz="2325" b="0">
                <a:solidFill>
                  <a:srgbClr val="FFFFFF"/>
                </a:solidFill>
                <a:latin typeface="Segoe UI"/>
                <a:ea typeface="Segoe UI"/>
                <a:cs typeface="Segoe UI"/>
              </a:defRPr>
            </a:lvl3pPr>
            <a:lvl4pPr algn="l">
              <a:defRPr sz="2325" b="0">
                <a:solidFill>
                  <a:srgbClr val="FFFFFF"/>
                </a:solidFill>
                <a:latin typeface="Segoe UI"/>
                <a:ea typeface="Segoe UI"/>
                <a:cs typeface="Segoe UI"/>
              </a:defRPr>
            </a:lvl4pPr>
            <a:lvl5pPr algn="l">
              <a:defRPr sz="2325" b="0">
                <a:solidFill>
                  <a:srgbClr val="FFFFFF"/>
                </a:solidFill>
                <a:latin typeface="Segoe UI"/>
                <a:ea typeface="Segoe UI"/>
                <a:cs typeface="Segoe UI"/>
              </a:defRPr>
            </a:lvl5pPr>
            <a:lvl6pPr algn="l">
              <a:defRPr sz="2325" b="0">
                <a:solidFill>
                  <a:srgbClr val="FFFFFF"/>
                </a:solidFill>
                <a:latin typeface="Segoe UI"/>
                <a:ea typeface="Segoe UI"/>
                <a:cs typeface="Segoe UI"/>
              </a:defRPr>
            </a:lvl6pPr>
            <a:lvl7pPr algn="l">
              <a:defRPr sz="2325" b="0">
                <a:solidFill>
                  <a:srgbClr val="FFFFFF"/>
                </a:solidFill>
                <a:latin typeface="Segoe UI"/>
                <a:ea typeface="Segoe UI"/>
                <a:cs typeface="Segoe UI"/>
              </a:defRPr>
            </a:lvl7pPr>
            <a:lvl8pPr algn="l">
              <a:defRPr sz="2325" b="0">
                <a:solidFill>
                  <a:srgbClr val="FFFFFF"/>
                </a:solidFill>
                <a:latin typeface="Segoe UI"/>
                <a:ea typeface="Segoe UI"/>
                <a:cs typeface="Segoe UI"/>
              </a:defRPr>
            </a:lvl8pPr>
            <a:lvl9pPr algn="l">
              <a:defRPr sz="2325" b="0">
                <a:solidFill>
                  <a:srgbClr val="FFFFFF"/>
                </a:solidFill>
                <a:latin typeface="Segoe UI"/>
                <a:ea typeface="Segoe UI"/>
                <a:cs typeface="Segoe UI"/>
              </a:defRPr>
            </a:lvl9pPr>
          </a:lstStyle>
          <a:p xmlns:a="http://schemas.openxmlformats.org/drawingml/2006/main">
            <a:pPr algn="l">
              <a:defRPr sz="2325" b="0">
                <a:solidFill>
                  <a:srgbClr val="FFFFFF"/>
                </a:solidFill>
                <a:latin typeface="Segoe UI"/>
                <a:ea typeface="Segoe UI"/>
                <a:cs typeface="Segoe UI"/>
              </a:defRPr>
            </a:pPr>
            <a:r>
              <a:rPr sz="2325" b="0">
                <a:solidFill>
                  <a:srgbClr val="FFFFFF"/>
                </a:solidFill>
                <a:latin typeface="Segoe UI"/>
                <a:ea typeface="Segoe UI"/>
                <a:cs typeface="Segoe UI"/>
              </a:rPr>
              <a:t>“Before release or recovery, recorded receiving evidence must resolve the relevant ancestry and the applicable quality condition. A separate authorized approver is required. A source citation, model answer or narrower proposed hold never releases existing applied holds.”</a:t>
            </a:r>
          </a:p>
        </p:txBody>
      </p:sp>
      <p:sp>
        <p:nvSpPr>
          <p:cNvPr id="4" name="text-1dfb6z-950-196">
            <a:extLst xmlns:a="http://schemas.openxmlformats.org/drawingml/2006/main">
              <a:ext uri="{FF2B5EF4-FFF2-40B4-BE49-F238E27FC236}">
                <a16:creationId xmlns:a16="http://schemas.microsoft.com/office/drawing/2014/main" id="{154069AA-95CD-4E80-B74F-0B660922C936}"/>
              </a:ext>
            </a:extLst>
          </p:cNvPr>
          <p:cNvSpPr>
            <a:spLocks xmlns:a="http://schemas.openxmlformats.org/drawingml/2006/main" noGrp="1"/>
          </p:cNvSpPr>
          <p:nvPr/>
        </p:nvSpPr>
        <p:spPr>
          <a:xfrm xmlns:a="http://schemas.openxmlformats.org/drawingml/2006/main">
            <a:off x="9048750" y="1866900"/>
            <a:ext cx="24574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8DCD7"/>
                </a:solidFill>
                <a:latin typeface="Segoe UI"/>
                <a:ea typeface="Segoe UI"/>
                <a:cs typeface="Segoe UI"/>
              </a:defRPr>
            </a:defPPr>
            <a:lvl1pPr algn="l">
              <a:defRPr sz="1875" b="1">
                <a:solidFill>
                  <a:srgbClr val="A8DCD7"/>
                </a:solidFill>
                <a:latin typeface="Segoe UI"/>
                <a:ea typeface="Segoe UI"/>
                <a:cs typeface="Segoe UI"/>
              </a:defRPr>
            </a:lvl1pPr>
            <a:lvl2pPr algn="l">
              <a:defRPr sz="1875" b="1">
                <a:solidFill>
                  <a:srgbClr val="A8DCD7"/>
                </a:solidFill>
                <a:latin typeface="Segoe UI"/>
                <a:ea typeface="Segoe UI"/>
                <a:cs typeface="Segoe UI"/>
              </a:defRPr>
            </a:lvl2pPr>
            <a:lvl3pPr algn="l">
              <a:defRPr sz="1875" b="1">
                <a:solidFill>
                  <a:srgbClr val="A8DCD7"/>
                </a:solidFill>
                <a:latin typeface="Segoe UI"/>
                <a:ea typeface="Segoe UI"/>
                <a:cs typeface="Segoe UI"/>
              </a:defRPr>
            </a:lvl3pPr>
            <a:lvl4pPr algn="l">
              <a:defRPr sz="1875" b="1">
                <a:solidFill>
                  <a:srgbClr val="A8DCD7"/>
                </a:solidFill>
                <a:latin typeface="Segoe UI"/>
                <a:ea typeface="Segoe UI"/>
                <a:cs typeface="Segoe UI"/>
              </a:defRPr>
            </a:lvl4pPr>
            <a:lvl5pPr algn="l">
              <a:defRPr sz="1875" b="1">
                <a:solidFill>
                  <a:srgbClr val="A8DCD7"/>
                </a:solidFill>
                <a:latin typeface="Segoe UI"/>
                <a:ea typeface="Segoe UI"/>
                <a:cs typeface="Segoe UI"/>
              </a:defRPr>
            </a:lvl5pPr>
            <a:lvl6pPr algn="l">
              <a:defRPr sz="1875" b="1">
                <a:solidFill>
                  <a:srgbClr val="A8DCD7"/>
                </a:solidFill>
                <a:latin typeface="Segoe UI"/>
                <a:ea typeface="Segoe UI"/>
                <a:cs typeface="Segoe UI"/>
              </a:defRPr>
            </a:lvl6pPr>
            <a:lvl7pPr algn="l">
              <a:defRPr sz="1875" b="1">
                <a:solidFill>
                  <a:srgbClr val="A8DCD7"/>
                </a:solidFill>
                <a:latin typeface="Segoe UI"/>
                <a:ea typeface="Segoe UI"/>
                <a:cs typeface="Segoe UI"/>
              </a:defRPr>
            </a:lvl7pPr>
            <a:lvl8pPr algn="l">
              <a:defRPr sz="1875" b="1">
                <a:solidFill>
                  <a:srgbClr val="A8DCD7"/>
                </a:solidFill>
                <a:latin typeface="Segoe UI"/>
                <a:ea typeface="Segoe UI"/>
                <a:cs typeface="Segoe UI"/>
              </a:defRPr>
            </a:lvl8pPr>
            <a:lvl9pPr algn="l">
              <a:defRPr sz="1875" b="1">
                <a:solidFill>
                  <a:srgbClr val="A8DCD7"/>
                </a:solidFill>
                <a:latin typeface="Segoe UI"/>
                <a:ea typeface="Segoe UI"/>
                <a:cs typeface="Segoe UI"/>
              </a:defRPr>
            </a:lvl9pPr>
          </a:lstStyle>
          <a:p xmlns:a="http://schemas.openxmlformats.org/drawingml/2006/main">
            <a:pPr algn="l">
              <a:defRPr sz="1875" b="1">
                <a:solidFill>
                  <a:srgbClr val="A8DCD7"/>
                </a:solidFill>
                <a:latin typeface="Segoe UI"/>
                <a:ea typeface="Segoe UI"/>
                <a:cs typeface="Segoe UI"/>
              </a:defRPr>
            </a:pPr>
            <a:r>
              <a:rPr sz="1875" b="1">
                <a:solidFill>
                  <a:srgbClr val="A8DCD7"/>
                </a:solidFill>
                <a:latin typeface="Segoe UI"/>
                <a:ea typeface="Segoe UI"/>
                <a:cs typeface="Segoe UI"/>
              </a:rPr>
              <a:t>SOP-FOCUSED-EN</a:t>
            </a:r>
          </a:p>
          <a:p xmlns:a="http://schemas.openxmlformats.org/drawingml/2006/main">
            <a:pPr algn="l">
              <a:defRPr sz="1875" b="1">
                <a:solidFill>
                  <a:srgbClr val="A8DCD7"/>
                </a:solidFill>
                <a:latin typeface="Segoe UI"/>
                <a:ea typeface="Segoe UI"/>
                <a:cs typeface="Segoe UI"/>
              </a:defRPr>
            </a:pPr>
            <a:r>
              <a:rPr sz="1875" b="1">
                <a:solidFill>
                  <a:srgbClr val="A8DCD7"/>
                </a:solidFill>
                <a:latin typeface="Segoe UI"/>
                <a:ea typeface="Segoe UI"/>
                <a:cs typeface="Segoe UI"/>
              </a:rPr>
              <a:t>Revision 1</a:t>
            </a:r>
          </a:p>
          <a:p xmlns:a="http://schemas.openxmlformats.org/drawingml/2006/main">
            <a:pPr algn="l">
              <a:defRPr sz="1875" b="1">
                <a:solidFill>
                  <a:srgbClr val="A8DCD7"/>
                </a:solidFill>
                <a:latin typeface="Segoe UI"/>
                <a:ea typeface="Segoe UI"/>
                <a:cs typeface="Segoe UI"/>
              </a:defRPr>
            </a:pPr>
            <a:r>
              <a:rPr sz="1875" b="1">
                <a:solidFill>
                  <a:srgbClr val="A8DCD7"/>
                </a:solidFill>
                <a:latin typeface="Segoe UI"/>
                <a:ea typeface="Segoe UI"/>
                <a:cs typeface="Segoe UI"/>
              </a:rPr>
              <a:t>Recovery passage</a:t>
            </a:r>
          </a:p>
        </p:txBody>
      </p:sp>
      <p:sp>
        <p:nvSpPr>
          <p:cNvPr id="5" name="text-1dfb6z-950-397">
            <a:extLst xmlns:a="http://schemas.openxmlformats.org/drawingml/2006/main">
              <a:ext uri="{FF2B5EF4-FFF2-40B4-BE49-F238E27FC236}">
                <a16:creationId xmlns:a16="http://schemas.microsoft.com/office/drawing/2014/main" id="{95313299-4EA7-41D8-9CC2-D93D1399A839}"/>
              </a:ext>
            </a:extLst>
          </p:cNvPr>
          <p:cNvSpPr>
            <a:spLocks xmlns:a="http://schemas.openxmlformats.org/drawingml/2006/main" noGrp="1"/>
          </p:cNvSpPr>
          <p:nvPr/>
        </p:nvSpPr>
        <p:spPr>
          <a:xfrm xmlns:a="http://schemas.openxmlformats.org/drawingml/2006/main">
            <a:off x="9048750" y="3781425"/>
            <a:ext cx="2552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D4E3"/>
                </a:solidFill>
                <a:latin typeface="Segoe UI"/>
                <a:ea typeface="Segoe UI"/>
                <a:cs typeface="Segoe UI"/>
              </a:defRPr>
            </a:defPPr>
            <a:lvl1pPr algn="l">
              <a:defRPr sz="1725" b="0">
                <a:solidFill>
                  <a:srgbClr val="C5D4E3"/>
                </a:solidFill>
                <a:latin typeface="Segoe UI"/>
                <a:ea typeface="Segoe UI"/>
                <a:cs typeface="Segoe UI"/>
              </a:defRPr>
            </a:lvl1pPr>
            <a:lvl2pPr algn="l">
              <a:defRPr sz="1725" b="0">
                <a:solidFill>
                  <a:srgbClr val="C5D4E3"/>
                </a:solidFill>
                <a:latin typeface="Segoe UI"/>
                <a:ea typeface="Segoe UI"/>
                <a:cs typeface="Segoe UI"/>
              </a:defRPr>
            </a:lvl2pPr>
            <a:lvl3pPr algn="l">
              <a:defRPr sz="1725" b="0">
                <a:solidFill>
                  <a:srgbClr val="C5D4E3"/>
                </a:solidFill>
                <a:latin typeface="Segoe UI"/>
                <a:ea typeface="Segoe UI"/>
                <a:cs typeface="Segoe UI"/>
              </a:defRPr>
            </a:lvl3pPr>
            <a:lvl4pPr algn="l">
              <a:defRPr sz="1725" b="0">
                <a:solidFill>
                  <a:srgbClr val="C5D4E3"/>
                </a:solidFill>
                <a:latin typeface="Segoe UI"/>
                <a:ea typeface="Segoe UI"/>
                <a:cs typeface="Segoe UI"/>
              </a:defRPr>
            </a:lvl4pPr>
            <a:lvl5pPr algn="l">
              <a:defRPr sz="1725" b="0">
                <a:solidFill>
                  <a:srgbClr val="C5D4E3"/>
                </a:solidFill>
                <a:latin typeface="Segoe UI"/>
                <a:ea typeface="Segoe UI"/>
                <a:cs typeface="Segoe UI"/>
              </a:defRPr>
            </a:lvl5pPr>
            <a:lvl6pPr algn="l">
              <a:defRPr sz="1725" b="0">
                <a:solidFill>
                  <a:srgbClr val="C5D4E3"/>
                </a:solidFill>
                <a:latin typeface="Segoe UI"/>
                <a:ea typeface="Segoe UI"/>
                <a:cs typeface="Segoe UI"/>
              </a:defRPr>
            </a:lvl6pPr>
            <a:lvl7pPr algn="l">
              <a:defRPr sz="1725" b="0">
                <a:solidFill>
                  <a:srgbClr val="C5D4E3"/>
                </a:solidFill>
                <a:latin typeface="Segoe UI"/>
                <a:ea typeface="Segoe UI"/>
                <a:cs typeface="Segoe UI"/>
              </a:defRPr>
            </a:lvl7pPr>
            <a:lvl8pPr algn="l">
              <a:defRPr sz="1725" b="0">
                <a:solidFill>
                  <a:srgbClr val="C5D4E3"/>
                </a:solidFill>
                <a:latin typeface="Segoe UI"/>
                <a:ea typeface="Segoe UI"/>
                <a:cs typeface="Segoe UI"/>
              </a:defRPr>
            </a:lvl8pPr>
            <a:lvl9pPr algn="l">
              <a:defRPr sz="1725" b="0">
                <a:solidFill>
                  <a:srgbClr val="C5D4E3"/>
                </a:solidFill>
                <a:latin typeface="Segoe UI"/>
                <a:ea typeface="Segoe UI"/>
                <a:cs typeface="Segoe UI"/>
              </a:defRPr>
            </a:lvl9pPr>
          </a:lstStyle>
          <a:p xmlns:a="http://schemas.openxmlformats.org/drawingml/2006/main">
            <a:pPr algn="l">
              <a:defRPr sz="1725" b="0">
                <a:solidFill>
                  <a:srgbClr val="C5D4E3"/>
                </a:solidFill>
                <a:latin typeface="Segoe UI"/>
                <a:ea typeface="Segoe UI"/>
                <a:cs typeface="Segoe UI"/>
              </a:defRPr>
            </a:pPr>
            <a:r>
              <a:rPr sz="1725" b="0">
                <a:solidFill>
                  <a:srgbClr val="C5D4E3"/>
                </a:solidFill>
                <a:latin typeface="Segoe UI"/>
                <a:ea typeface="Segoe UI"/>
                <a:cs typeface="Segoe UI"/>
              </a:rPr>
              <a:t>Exact source hash</a:t>
            </a:r>
          </a:p>
          <a:p xmlns:a="http://schemas.openxmlformats.org/drawingml/2006/main">
            <a:pPr algn="l">
              <a:defRPr sz="1725" b="0">
                <a:solidFill>
                  <a:srgbClr val="C5D4E3"/>
                </a:solidFill>
                <a:latin typeface="Segoe UI"/>
                <a:ea typeface="Segoe UI"/>
                <a:cs typeface="Segoe UI"/>
              </a:defRPr>
            </a:pPr>
            <a:r>
              <a:rPr sz="1725" b="0">
                <a:solidFill>
                  <a:srgbClr val="C5D4E3"/>
                </a:solidFill>
                <a:latin typeface="Segoe UI"/>
                <a:ea typeface="Segoe UI"/>
                <a:cs typeface="Segoe UI"/>
              </a:rPr>
              <a:t>Identified remote chunks</a:t>
            </a:r>
          </a:p>
          <a:p xmlns:a="http://schemas.openxmlformats.org/drawingml/2006/main">
            <a:pPr algn="l">
              <a:defRPr sz="1725" b="0">
                <a:solidFill>
                  <a:srgbClr val="C5D4E3"/>
                </a:solidFill>
                <a:latin typeface="Segoe UI"/>
                <a:ea typeface="Segoe UI"/>
                <a:cs typeface="Segoe UI"/>
              </a:defRPr>
            </a:pPr>
            <a:r>
              <a:rPr sz="1725" b="0">
                <a:solidFill>
                  <a:srgbClr val="C5D4E3"/>
                </a:solidFill>
                <a:latin typeface="Segoe UI"/>
                <a:ea typeface="Segoe UI"/>
                <a:cs typeface="Segoe UI"/>
              </a:rPr>
              <a:t>Full original caveat</a:t>
            </a:r>
          </a:p>
        </p:txBody>
      </p:sp>
      <p:sp>
        <p:nvSpPr>
          <p:cNvPr id="6" name="text-1dfb6z-72-625">
            <a:extLst xmlns:a="http://schemas.openxmlformats.org/drawingml/2006/main">
              <a:ext uri="{FF2B5EF4-FFF2-40B4-BE49-F238E27FC236}">
                <a16:creationId xmlns:a16="http://schemas.microsoft.com/office/drawing/2014/main" id="{61D4445A-41D9-4FC3-AD05-9F8F4A3A85EA}"/>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C5D4E3"/>
                </a:solidFill>
                <a:latin typeface="Segoe UI"/>
                <a:ea typeface="Segoe UI"/>
                <a:cs typeface="Segoe UI"/>
              </a:defRPr>
            </a:defPPr>
            <a:lvl1pPr algn="l">
              <a:defRPr sz="1425" b="0">
                <a:solidFill>
                  <a:srgbClr val="C5D4E3"/>
                </a:solidFill>
                <a:latin typeface="Segoe UI"/>
                <a:ea typeface="Segoe UI"/>
                <a:cs typeface="Segoe UI"/>
              </a:defRPr>
            </a:lvl1pPr>
            <a:lvl2pPr algn="l">
              <a:defRPr sz="1425" b="0">
                <a:solidFill>
                  <a:srgbClr val="C5D4E3"/>
                </a:solidFill>
                <a:latin typeface="Segoe UI"/>
                <a:ea typeface="Segoe UI"/>
                <a:cs typeface="Segoe UI"/>
              </a:defRPr>
            </a:lvl2pPr>
            <a:lvl3pPr algn="l">
              <a:defRPr sz="1425" b="0">
                <a:solidFill>
                  <a:srgbClr val="C5D4E3"/>
                </a:solidFill>
                <a:latin typeface="Segoe UI"/>
                <a:ea typeface="Segoe UI"/>
                <a:cs typeface="Segoe UI"/>
              </a:defRPr>
            </a:lvl3pPr>
            <a:lvl4pPr algn="l">
              <a:defRPr sz="1425" b="0">
                <a:solidFill>
                  <a:srgbClr val="C5D4E3"/>
                </a:solidFill>
                <a:latin typeface="Segoe UI"/>
                <a:ea typeface="Segoe UI"/>
                <a:cs typeface="Segoe UI"/>
              </a:defRPr>
            </a:lvl4pPr>
            <a:lvl5pPr algn="l">
              <a:defRPr sz="1425" b="0">
                <a:solidFill>
                  <a:srgbClr val="C5D4E3"/>
                </a:solidFill>
                <a:latin typeface="Segoe UI"/>
                <a:ea typeface="Segoe UI"/>
                <a:cs typeface="Segoe UI"/>
              </a:defRPr>
            </a:lvl5pPr>
            <a:lvl6pPr algn="l">
              <a:defRPr sz="1425" b="0">
                <a:solidFill>
                  <a:srgbClr val="C5D4E3"/>
                </a:solidFill>
                <a:latin typeface="Segoe UI"/>
                <a:ea typeface="Segoe UI"/>
                <a:cs typeface="Segoe UI"/>
              </a:defRPr>
            </a:lvl6pPr>
            <a:lvl7pPr algn="l">
              <a:defRPr sz="1425" b="0">
                <a:solidFill>
                  <a:srgbClr val="C5D4E3"/>
                </a:solidFill>
                <a:latin typeface="Segoe UI"/>
                <a:ea typeface="Segoe UI"/>
                <a:cs typeface="Segoe UI"/>
              </a:defRPr>
            </a:lvl7pPr>
            <a:lvl8pPr algn="l">
              <a:defRPr sz="1425" b="0">
                <a:solidFill>
                  <a:srgbClr val="C5D4E3"/>
                </a:solidFill>
                <a:latin typeface="Segoe UI"/>
                <a:ea typeface="Segoe UI"/>
                <a:cs typeface="Segoe UI"/>
              </a:defRPr>
            </a:lvl8pPr>
            <a:lvl9pPr algn="l">
              <a:defRPr sz="1425" b="0">
                <a:solidFill>
                  <a:srgbClr val="C5D4E3"/>
                </a:solidFill>
                <a:latin typeface="Segoe UI"/>
                <a:ea typeface="Segoe UI"/>
                <a:cs typeface="Segoe UI"/>
              </a:defRPr>
            </a:lvl9pPr>
          </a:lstStyle>
          <a:p xmlns:a="http://schemas.openxmlformats.org/drawingml/2006/main">
            <a:pPr algn="l">
              <a:defRPr sz="1425" b="0">
                <a:solidFill>
                  <a:srgbClr val="C5D4E3"/>
                </a:solidFill>
                <a:latin typeface="Segoe UI"/>
                <a:ea typeface="Segoe UI"/>
                <a:cs typeface="Segoe UI"/>
              </a:defRPr>
            </a:pPr>
            <a:r>
              <a:rPr sz="1425" b="0">
                <a:solidFill>
                  <a:srgbClr val="C5D4E3"/>
                </a:solidFill>
                <a:latin typeface="Segoe UI"/>
                <a:ea typeface="Segoe UI"/>
                <a:cs typeface="Segoe UI"/>
              </a:rPr>
              <a:t>Application-verified indexed sources. Provider-native citation annotations remain empty.</a:t>
            </a:r>
          </a:p>
        </p:txBody>
      </p:sp>
    </p:spTree>
    <p:extLst>
      <p:ext uri="{BB962C8B-B14F-4D97-AF65-F5344CB8AC3E}">
        <p14:creationId xmlns:p14="http://schemas.microsoft.com/office/powerpoint/2010/main" val="1883002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dgdk5g-72-52">
            <a:extLst xmlns:a="http://schemas.openxmlformats.org/drawingml/2006/main">
              <a:ext uri="{FF2B5EF4-FFF2-40B4-BE49-F238E27FC236}">
                <a16:creationId xmlns:a16="http://schemas.microsoft.com/office/drawing/2014/main" id="{1715FC30-E6F9-4B78-95F6-D67226AF2396}"/>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Connected quality workflows</a:t>
            </a:r>
          </a:p>
        </p:txBody>
      </p:sp>
      <p:sp>
        <p:nvSpPr>
          <p:cNvPr id="2" name="text-dgdk5g-1160-672">
            <a:extLst xmlns:a="http://schemas.openxmlformats.org/drawingml/2006/main">
              <a:ext uri="{FF2B5EF4-FFF2-40B4-BE49-F238E27FC236}">
                <a16:creationId xmlns:a16="http://schemas.microsoft.com/office/drawing/2014/main" id="{75807DAD-2E7A-4363-902D-630AFCF29671}"/>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09</a:t>
            </a:r>
          </a:p>
        </p:txBody>
      </p:sp>
      <p:sp>
        <p:nvSpPr>
          <p:cNvPr id="3" name="text-dgdk5g-72-174">
            <a:extLst xmlns:a="http://schemas.openxmlformats.org/drawingml/2006/main">
              <a:ext uri="{FF2B5EF4-FFF2-40B4-BE49-F238E27FC236}">
                <a16:creationId xmlns:a16="http://schemas.microsoft.com/office/drawing/2014/main" id="{7EBF9828-C717-43EE-A0C3-6615CABE5517}"/>
              </a:ext>
            </a:extLst>
          </p:cNvPr>
          <p:cNvSpPr>
            <a:spLocks xmlns:a="http://schemas.openxmlformats.org/drawingml/2006/main" noGrp="1"/>
          </p:cNvSpPr>
          <p:nvPr/>
        </p:nvSpPr>
        <p:spPr>
          <a:xfrm xmlns:a="http://schemas.openxmlformats.org/drawingml/2006/main">
            <a:off x="685800" y="1657350"/>
            <a:ext cx="585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Quality signals</a:t>
            </a:r>
          </a:p>
        </p:txBody>
      </p:sp>
      <p:sp>
        <p:nvSpPr>
          <p:cNvPr id="4" name="text-dgdk5g-72-216">
            <a:extLst xmlns:a="http://schemas.openxmlformats.org/drawingml/2006/main">
              <a:ext uri="{FF2B5EF4-FFF2-40B4-BE49-F238E27FC236}">
                <a16:creationId xmlns:a16="http://schemas.microsoft.com/office/drawing/2014/main" id="{723CADB6-4399-4C86-8D7B-90F3E1EEBABE}"/>
              </a:ext>
            </a:extLst>
          </p:cNvPr>
          <p:cNvSpPr>
            <a:spLocks xmlns:a="http://schemas.openxmlformats.org/drawingml/2006/main" noGrp="1"/>
          </p:cNvSpPr>
          <p:nvPr/>
        </p:nvSpPr>
        <p:spPr>
          <a:xfrm xmlns:a="http://schemas.openxmlformats.org/drawingml/2006/main">
            <a:off x="685800" y="2057400"/>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Review patterns without creating incidents automatically</a:t>
            </a:r>
          </a:p>
        </p:txBody>
      </p:sp>
      <p:sp>
        <p:nvSpPr>
          <p:cNvPr id="5" name="text-dgdk5g-72-273">
            <a:extLst xmlns:a="http://schemas.openxmlformats.org/drawingml/2006/main">
              <a:ext uri="{FF2B5EF4-FFF2-40B4-BE49-F238E27FC236}">
                <a16:creationId xmlns:a16="http://schemas.microsoft.com/office/drawing/2014/main" id="{3FDD178E-A804-4AE4-A7B7-289A00D5B0F4}"/>
              </a:ext>
            </a:extLst>
          </p:cNvPr>
          <p:cNvSpPr>
            <a:spLocks xmlns:a="http://schemas.openxmlformats.org/drawingml/2006/main" noGrp="1"/>
          </p:cNvSpPr>
          <p:nvPr/>
        </p:nvSpPr>
        <p:spPr>
          <a:xfrm xmlns:a="http://schemas.openxmlformats.org/drawingml/2006/main">
            <a:off x="685800" y="2600325"/>
            <a:ext cx="585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Approved knowledge</a:t>
            </a:r>
          </a:p>
        </p:txBody>
      </p:sp>
      <p:sp>
        <p:nvSpPr>
          <p:cNvPr id="6" name="text-dgdk5g-72-315">
            <a:extLst xmlns:a="http://schemas.openxmlformats.org/drawingml/2006/main">
              <a:ext uri="{FF2B5EF4-FFF2-40B4-BE49-F238E27FC236}">
                <a16:creationId xmlns:a16="http://schemas.microsoft.com/office/drawing/2014/main" id="{65FC135E-B2B7-48CA-AD7C-1F4667EA14FE}"/>
              </a:ext>
            </a:extLst>
          </p:cNvPr>
          <p:cNvSpPr>
            <a:spLocks xmlns:a="http://schemas.openxmlformats.org/drawingml/2006/main" noGrp="1"/>
          </p:cNvSpPr>
          <p:nvPr/>
        </p:nvSpPr>
        <p:spPr>
          <a:xfrm xmlns:a="http://schemas.openxmlformats.org/drawingml/2006/main">
            <a:off x="685800" y="300037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Consult versioned procedures in source context</a:t>
            </a:r>
          </a:p>
        </p:txBody>
      </p:sp>
      <p:sp>
        <p:nvSpPr>
          <p:cNvPr id="7" name="text-dgdk5g-72-372">
            <a:extLst xmlns:a="http://schemas.openxmlformats.org/drawingml/2006/main">
              <a:ext uri="{FF2B5EF4-FFF2-40B4-BE49-F238E27FC236}">
                <a16:creationId xmlns:a16="http://schemas.microsoft.com/office/drawing/2014/main" id="{B0B02146-840D-4FCA-BBD3-94A41B9798B2}"/>
              </a:ext>
            </a:extLst>
          </p:cNvPr>
          <p:cNvSpPr>
            <a:spLocks xmlns:a="http://schemas.openxmlformats.org/drawingml/2006/main" noGrp="1"/>
          </p:cNvSpPr>
          <p:nvPr/>
        </p:nvSpPr>
        <p:spPr>
          <a:xfrm xmlns:a="http://schemas.openxmlformats.org/drawingml/2006/main">
            <a:off x="685800" y="3543300"/>
            <a:ext cx="585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Controlled recovery</a:t>
            </a:r>
          </a:p>
        </p:txBody>
      </p:sp>
      <p:sp>
        <p:nvSpPr>
          <p:cNvPr id="8" name="text-dgdk5g-72-414">
            <a:extLst xmlns:a="http://schemas.openxmlformats.org/drawingml/2006/main">
              <a:ext uri="{FF2B5EF4-FFF2-40B4-BE49-F238E27FC236}">
                <a16:creationId xmlns:a16="http://schemas.microsoft.com/office/drawing/2014/main" id="{7637BE19-4412-46B2-8AC6-47EF27FAE99E}"/>
              </a:ext>
            </a:extLst>
          </p:cNvPr>
          <p:cNvSpPr>
            <a:spLocks xmlns:a="http://schemas.openxmlformats.org/drawingml/2006/main" noGrp="1"/>
          </p:cNvSpPr>
          <p:nvPr/>
        </p:nvSpPr>
        <p:spPr>
          <a:xfrm xmlns:a="http://schemas.openxmlformats.org/drawingml/2006/main">
            <a:off x="685800" y="3943350"/>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Separate release evidence and approval</a:t>
            </a:r>
          </a:p>
        </p:txBody>
      </p:sp>
      <p:sp>
        <p:nvSpPr>
          <p:cNvPr id="9" name="text-dgdk5g-72-471">
            <a:extLst xmlns:a="http://schemas.openxmlformats.org/drawingml/2006/main">
              <a:ext uri="{FF2B5EF4-FFF2-40B4-BE49-F238E27FC236}">
                <a16:creationId xmlns:a16="http://schemas.microsoft.com/office/drawing/2014/main" id="{832FACB6-3356-4287-9CD7-6634E374691D}"/>
              </a:ext>
            </a:extLst>
          </p:cNvPr>
          <p:cNvSpPr>
            <a:spLocks xmlns:a="http://schemas.openxmlformats.org/drawingml/2006/main" noGrp="1"/>
          </p:cNvSpPr>
          <p:nvPr/>
        </p:nvSpPr>
        <p:spPr>
          <a:xfrm xmlns:a="http://schemas.openxmlformats.org/drawingml/2006/main">
            <a:off x="685800" y="4486275"/>
            <a:ext cx="585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Corrective action</a:t>
            </a:r>
          </a:p>
        </p:txBody>
      </p:sp>
      <p:sp>
        <p:nvSpPr>
          <p:cNvPr id="10" name="text-dgdk5g-72-513">
            <a:extLst xmlns:a="http://schemas.openxmlformats.org/drawingml/2006/main">
              <a:ext uri="{FF2B5EF4-FFF2-40B4-BE49-F238E27FC236}">
                <a16:creationId xmlns:a16="http://schemas.microsoft.com/office/drawing/2014/main" id="{37933C76-E5C1-48B3-B03A-9052A7C435D3}"/>
              </a:ext>
            </a:extLst>
          </p:cNvPr>
          <p:cNvSpPr>
            <a:spLocks xmlns:a="http://schemas.openxmlformats.org/drawingml/2006/main" noGrp="1"/>
          </p:cNvSpPr>
          <p:nvPr/>
        </p:nvSpPr>
        <p:spPr>
          <a:xfrm xmlns:a="http://schemas.openxmlformats.org/drawingml/2006/main">
            <a:off x="685800" y="488632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Review effectiveness against recorded outcomes</a:t>
            </a:r>
          </a:p>
        </p:txBody>
      </p:sp>
      <p:pic>
        <p:nvPicPr>
          <p:cNvPr id="11" name="">
            <a:extLst xmlns:a="http://schemas.openxmlformats.org/drawingml/2006/main">
              <a:ext uri="{FF2B5EF4-FFF2-40B4-BE49-F238E27FC236}">
                <a16:creationId xmlns:a16="http://schemas.microsoft.com/office/drawing/2014/main" id="{DBE4BB8C-ADC8-482F-84FE-E538CA4CE10B}"/>
              </a:ext>
            </a:extLst>
          </p:cNvPr>
          <p:cNvPicPr>
            <a:picLocks xmlns:a="http://schemas.openxmlformats.org/drawingml/2006/main" noChangeAspect="1"/>
          </p:cNvPicPr>
          <p:nvPr/>
        </p:nvPicPr>
        <p:blipFill>
          <a:blip xmlns:r="http://schemas.openxmlformats.org/officeDocument/2006/relationships" xmlns:a="http://schemas.openxmlformats.org/drawingml/2006/main" r:embed="R0b79b065bba64015"/>
          <a:stretch xmlns:a="http://schemas.openxmlformats.org/drawingml/2006/main"/>
        </p:blipFill>
        <p:spPr>
          <a:xfrm xmlns:a="http://schemas.openxmlformats.org/drawingml/2006/main">
            <a:off x="6953250" y="2775620"/>
            <a:ext cx="4552950" cy="1630610"/>
          </a:xfrm>
          <a:prstGeom xmlns:a="http://schemas.openxmlformats.org/drawingml/2006/main" prst="rect">
            <a:avLst/>
          </a:prstGeom>
        </p:spPr>
      </p:pic>
      <p:sp>
        <p:nvSpPr>
          <p:cNvPr id="12" name="text-dgdk5g-72-625">
            <a:extLst xmlns:a="http://schemas.openxmlformats.org/drawingml/2006/main">
              <a:ext uri="{FF2B5EF4-FFF2-40B4-BE49-F238E27FC236}">
                <a16:creationId xmlns:a16="http://schemas.microsoft.com/office/drawing/2014/main" id="{E94D20DB-E304-43FD-936D-ABC49111F0AF}"/>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Synthetic signal panel: v0.3.0 engineering evidence. Current release preserves these workflows.</a:t>
            </a:r>
          </a:p>
        </p:txBody>
      </p:sp>
    </p:spTree>
    <p:extLst>
      <p:ext uri="{BB962C8B-B14F-4D97-AF65-F5344CB8AC3E}">
        <p14:creationId xmlns:p14="http://schemas.microsoft.com/office/powerpoint/2010/main" val="6999112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rm037q-72-52">
            <a:extLst xmlns:a="http://schemas.openxmlformats.org/drawingml/2006/main">
              <a:ext uri="{FF2B5EF4-FFF2-40B4-BE49-F238E27FC236}">
                <a16:creationId xmlns:a16="http://schemas.microsoft.com/office/drawing/2014/main" id="{4D99BD44-1DAE-44A2-832C-10D6DEB87838}"/>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One workbench on web and Windows</a:t>
            </a:r>
          </a:p>
        </p:txBody>
      </p:sp>
      <p:sp>
        <p:nvSpPr>
          <p:cNvPr id="2" name="text-rm037q-1160-672">
            <a:extLst xmlns:a="http://schemas.openxmlformats.org/drawingml/2006/main">
              <a:ext uri="{FF2B5EF4-FFF2-40B4-BE49-F238E27FC236}">
                <a16:creationId xmlns:a16="http://schemas.microsoft.com/office/drawing/2014/main" id="{E2D969F3-2860-4922-BD1F-D7EF77F99DFC}"/>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10</a:t>
            </a:r>
          </a:p>
        </p:txBody>
      </p:sp>
      <p:sp>
        <p:nvSpPr>
          <p:cNvPr id="3" name="text-rm037q-72-166">
            <a:extLst xmlns:a="http://schemas.openxmlformats.org/drawingml/2006/main">
              <a:ext uri="{FF2B5EF4-FFF2-40B4-BE49-F238E27FC236}">
                <a16:creationId xmlns:a16="http://schemas.microsoft.com/office/drawing/2014/main" id="{0DFF71A1-2045-41CD-9B7E-946F0480F231}"/>
              </a:ext>
            </a:extLst>
          </p:cNvPr>
          <p:cNvSpPr>
            <a:spLocks xmlns:a="http://schemas.openxmlformats.org/drawingml/2006/main" noGrp="1"/>
          </p:cNvSpPr>
          <p:nvPr/>
        </p:nvSpPr>
        <p:spPr>
          <a:xfrm xmlns:a="http://schemas.openxmlformats.org/drawingml/2006/main">
            <a:off x="685800" y="15811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A45"/>
                </a:solidFill>
                <a:latin typeface="Segoe UI"/>
                <a:ea typeface="Segoe UI"/>
                <a:cs typeface="Segoe UI"/>
              </a:defRPr>
            </a:defPPr>
            <a:lvl1pPr algn="l">
              <a:defRPr sz="2100" b="1">
                <a:solidFill>
                  <a:srgbClr val="132A45"/>
                </a:solidFill>
                <a:latin typeface="Segoe UI"/>
                <a:ea typeface="Segoe UI"/>
                <a:cs typeface="Segoe UI"/>
              </a:defRPr>
            </a:lvl1pPr>
            <a:lvl2pPr algn="l">
              <a:defRPr sz="2100" b="1">
                <a:solidFill>
                  <a:srgbClr val="132A45"/>
                </a:solidFill>
                <a:latin typeface="Segoe UI"/>
                <a:ea typeface="Segoe UI"/>
                <a:cs typeface="Segoe UI"/>
              </a:defRPr>
            </a:lvl2pPr>
            <a:lvl3pPr algn="l">
              <a:defRPr sz="2100" b="1">
                <a:solidFill>
                  <a:srgbClr val="132A45"/>
                </a:solidFill>
                <a:latin typeface="Segoe UI"/>
                <a:ea typeface="Segoe UI"/>
                <a:cs typeface="Segoe UI"/>
              </a:defRPr>
            </a:lvl3pPr>
            <a:lvl4pPr algn="l">
              <a:defRPr sz="2100" b="1">
                <a:solidFill>
                  <a:srgbClr val="132A45"/>
                </a:solidFill>
                <a:latin typeface="Segoe UI"/>
                <a:ea typeface="Segoe UI"/>
                <a:cs typeface="Segoe UI"/>
              </a:defRPr>
            </a:lvl4pPr>
            <a:lvl5pPr algn="l">
              <a:defRPr sz="2100" b="1">
                <a:solidFill>
                  <a:srgbClr val="132A45"/>
                </a:solidFill>
                <a:latin typeface="Segoe UI"/>
                <a:ea typeface="Segoe UI"/>
                <a:cs typeface="Segoe UI"/>
              </a:defRPr>
            </a:lvl5pPr>
            <a:lvl6pPr algn="l">
              <a:defRPr sz="2100" b="1">
                <a:solidFill>
                  <a:srgbClr val="132A45"/>
                </a:solidFill>
                <a:latin typeface="Segoe UI"/>
                <a:ea typeface="Segoe UI"/>
                <a:cs typeface="Segoe UI"/>
              </a:defRPr>
            </a:lvl6pPr>
            <a:lvl7pPr algn="l">
              <a:defRPr sz="2100" b="1">
                <a:solidFill>
                  <a:srgbClr val="132A45"/>
                </a:solidFill>
                <a:latin typeface="Segoe UI"/>
                <a:ea typeface="Segoe UI"/>
                <a:cs typeface="Segoe UI"/>
              </a:defRPr>
            </a:lvl7pPr>
            <a:lvl8pPr algn="l">
              <a:defRPr sz="2100" b="1">
                <a:solidFill>
                  <a:srgbClr val="132A45"/>
                </a:solidFill>
                <a:latin typeface="Segoe UI"/>
                <a:ea typeface="Segoe UI"/>
                <a:cs typeface="Segoe UI"/>
              </a:defRPr>
            </a:lvl8pPr>
            <a:lvl9pPr algn="l">
              <a:defRPr sz="2100" b="1">
                <a:solidFill>
                  <a:srgbClr val="132A45"/>
                </a:solidFill>
                <a:latin typeface="Segoe UI"/>
                <a:ea typeface="Segoe UI"/>
                <a:cs typeface="Segoe UI"/>
              </a:defRPr>
            </a:lvl9pPr>
          </a:lstStyle>
          <a:p xmlns:a="http://schemas.openxmlformats.org/drawingml/2006/main">
            <a:pPr algn="l">
              <a:defRPr sz="2100" b="1">
                <a:solidFill>
                  <a:srgbClr val="132A45"/>
                </a:solidFill>
                <a:latin typeface="Segoe UI"/>
                <a:ea typeface="Segoe UI"/>
                <a:cs typeface="Segoe UI"/>
              </a:defRPr>
            </a:pPr>
            <a:r>
              <a:rPr sz="2100" b="1">
                <a:solidFill>
                  <a:srgbClr val="132A45"/>
                </a:solidFill>
                <a:latin typeface="Segoe UI"/>
                <a:ea typeface="Segoe UI"/>
                <a:cs typeface="Segoe UI"/>
              </a:rPr>
              <a:t>Public web application</a:t>
            </a:r>
          </a:p>
        </p:txBody>
      </p:sp>
      <p:sp>
        <p:nvSpPr>
          <p:cNvPr id="4" name="text-rm037q-675-166">
            <a:extLst xmlns:a="http://schemas.openxmlformats.org/drawingml/2006/main">
              <a:ext uri="{FF2B5EF4-FFF2-40B4-BE49-F238E27FC236}">
                <a16:creationId xmlns:a16="http://schemas.microsoft.com/office/drawing/2014/main" id="{E42F50EB-C2FF-471F-A96F-81C090EFDDCE}"/>
              </a:ext>
            </a:extLst>
          </p:cNvPr>
          <p:cNvSpPr>
            <a:spLocks xmlns:a="http://schemas.openxmlformats.org/drawingml/2006/main" noGrp="1"/>
          </p:cNvSpPr>
          <p:nvPr/>
        </p:nvSpPr>
        <p:spPr>
          <a:xfrm xmlns:a="http://schemas.openxmlformats.org/drawingml/2006/main">
            <a:off x="6429375" y="15811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A45"/>
                </a:solidFill>
                <a:latin typeface="Segoe UI"/>
                <a:ea typeface="Segoe UI"/>
                <a:cs typeface="Segoe UI"/>
              </a:defRPr>
            </a:defPPr>
            <a:lvl1pPr algn="l">
              <a:defRPr sz="2100" b="1">
                <a:solidFill>
                  <a:srgbClr val="132A45"/>
                </a:solidFill>
                <a:latin typeface="Segoe UI"/>
                <a:ea typeface="Segoe UI"/>
                <a:cs typeface="Segoe UI"/>
              </a:defRPr>
            </a:lvl1pPr>
            <a:lvl2pPr algn="l">
              <a:defRPr sz="2100" b="1">
                <a:solidFill>
                  <a:srgbClr val="132A45"/>
                </a:solidFill>
                <a:latin typeface="Segoe UI"/>
                <a:ea typeface="Segoe UI"/>
                <a:cs typeface="Segoe UI"/>
              </a:defRPr>
            </a:lvl2pPr>
            <a:lvl3pPr algn="l">
              <a:defRPr sz="2100" b="1">
                <a:solidFill>
                  <a:srgbClr val="132A45"/>
                </a:solidFill>
                <a:latin typeface="Segoe UI"/>
                <a:ea typeface="Segoe UI"/>
                <a:cs typeface="Segoe UI"/>
              </a:defRPr>
            </a:lvl3pPr>
            <a:lvl4pPr algn="l">
              <a:defRPr sz="2100" b="1">
                <a:solidFill>
                  <a:srgbClr val="132A45"/>
                </a:solidFill>
                <a:latin typeface="Segoe UI"/>
                <a:ea typeface="Segoe UI"/>
                <a:cs typeface="Segoe UI"/>
              </a:defRPr>
            </a:lvl4pPr>
            <a:lvl5pPr algn="l">
              <a:defRPr sz="2100" b="1">
                <a:solidFill>
                  <a:srgbClr val="132A45"/>
                </a:solidFill>
                <a:latin typeface="Segoe UI"/>
                <a:ea typeface="Segoe UI"/>
                <a:cs typeface="Segoe UI"/>
              </a:defRPr>
            </a:lvl5pPr>
            <a:lvl6pPr algn="l">
              <a:defRPr sz="2100" b="1">
                <a:solidFill>
                  <a:srgbClr val="132A45"/>
                </a:solidFill>
                <a:latin typeface="Segoe UI"/>
                <a:ea typeface="Segoe UI"/>
                <a:cs typeface="Segoe UI"/>
              </a:defRPr>
            </a:lvl6pPr>
            <a:lvl7pPr algn="l">
              <a:defRPr sz="2100" b="1">
                <a:solidFill>
                  <a:srgbClr val="132A45"/>
                </a:solidFill>
                <a:latin typeface="Segoe UI"/>
                <a:ea typeface="Segoe UI"/>
                <a:cs typeface="Segoe UI"/>
              </a:defRPr>
            </a:lvl7pPr>
            <a:lvl8pPr algn="l">
              <a:defRPr sz="2100" b="1">
                <a:solidFill>
                  <a:srgbClr val="132A45"/>
                </a:solidFill>
                <a:latin typeface="Segoe UI"/>
                <a:ea typeface="Segoe UI"/>
                <a:cs typeface="Segoe UI"/>
              </a:defRPr>
            </a:lvl8pPr>
            <a:lvl9pPr algn="l">
              <a:defRPr sz="2100" b="1">
                <a:solidFill>
                  <a:srgbClr val="132A45"/>
                </a:solidFill>
                <a:latin typeface="Segoe UI"/>
                <a:ea typeface="Segoe UI"/>
                <a:cs typeface="Segoe UI"/>
              </a:defRPr>
            </a:lvl9pPr>
          </a:lstStyle>
          <a:p xmlns:a="http://schemas.openxmlformats.org/drawingml/2006/main">
            <a:pPr algn="l">
              <a:defRPr sz="2100" b="1">
                <a:solidFill>
                  <a:srgbClr val="132A45"/>
                </a:solidFill>
                <a:latin typeface="Segoe UI"/>
                <a:ea typeface="Segoe UI"/>
                <a:cs typeface="Segoe UI"/>
              </a:defRPr>
            </a:pPr>
            <a:r>
              <a:rPr sz="2100" b="1">
                <a:solidFill>
                  <a:srgbClr val="132A45"/>
                </a:solidFill>
                <a:latin typeface="Segoe UI"/>
                <a:ea typeface="Segoe UI"/>
                <a:cs typeface="Segoe UI"/>
              </a:rPr>
              <a:t>Installed Windows client</a:t>
            </a:r>
          </a:p>
        </p:txBody>
      </p:sp>
      <p:pic>
        <p:nvPicPr>
          <p:cNvPr id="5" name="">
            <a:extLst xmlns:a="http://schemas.openxmlformats.org/drawingml/2006/main">
              <a:ext uri="{FF2B5EF4-FFF2-40B4-BE49-F238E27FC236}">
                <a16:creationId xmlns:a16="http://schemas.microsoft.com/office/drawing/2014/main" id="{D9C26840-5EF4-4CCC-9A87-6B0958A1B468}"/>
              </a:ext>
            </a:extLst>
          </p:cNvPr>
          <p:cNvPicPr>
            <a:picLocks xmlns:a="http://schemas.openxmlformats.org/drawingml/2006/main" noChangeAspect="1"/>
          </p:cNvPicPr>
          <p:nvPr/>
        </p:nvPicPr>
        <p:blipFill>
          <a:blip xmlns:r="http://schemas.openxmlformats.org/officeDocument/2006/relationships" xmlns:a="http://schemas.openxmlformats.org/drawingml/2006/main" r:embed="R32b7ce8d0bdf4ee1"/>
          <a:stretch xmlns:a="http://schemas.openxmlformats.org/drawingml/2006/main"/>
        </p:blipFill>
        <p:spPr>
          <a:xfrm xmlns:a="http://schemas.openxmlformats.org/drawingml/2006/main">
            <a:off x="687705" y="2209800"/>
            <a:ext cx="5044440" cy="31527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F05B0FC-0310-455E-998D-984F061C9F65}"/>
              </a:ext>
            </a:extLst>
          </p:cNvPr>
          <p:cNvPicPr>
            <a:picLocks xmlns:a="http://schemas.openxmlformats.org/drawingml/2006/main" noChangeAspect="1"/>
          </p:cNvPicPr>
          <p:nvPr/>
        </p:nvPicPr>
        <p:blipFill>
          <a:blip xmlns:r="http://schemas.openxmlformats.org/officeDocument/2006/relationships" xmlns:a="http://schemas.openxmlformats.org/drawingml/2006/main" r:embed="Rad3ef139c96e4344"/>
          <a:stretch xmlns:a="http://schemas.openxmlformats.org/drawingml/2006/main"/>
        </p:blipFill>
        <p:spPr>
          <a:xfrm xmlns:a="http://schemas.openxmlformats.org/drawingml/2006/main">
            <a:off x="6429375" y="2298892"/>
            <a:ext cx="5048250" cy="2974592"/>
          </a:xfrm>
          <a:prstGeom xmlns:a="http://schemas.openxmlformats.org/drawingml/2006/main" prst="rect">
            <a:avLst/>
          </a:prstGeom>
        </p:spPr>
      </p:pic>
      <p:sp>
        <p:nvSpPr>
          <p:cNvPr id="7" name="text-rm037q-72-625">
            <a:extLst xmlns:a="http://schemas.openxmlformats.org/drawingml/2006/main">
              <a:ext uri="{FF2B5EF4-FFF2-40B4-BE49-F238E27FC236}">
                <a16:creationId xmlns:a16="http://schemas.microsoft.com/office/drawing/2014/main" id="{E3822118-9181-4B79-84EC-F45059C68BF2}"/>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Shared source review and approval controls. Exported packets reopen as historical, read-only evidence.</a:t>
            </a:r>
          </a:p>
        </p:txBody>
      </p:sp>
    </p:spTree>
    <p:extLst>
      <p:ext uri="{BB962C8B-B14F-4D97-AF65-F5344CB8AC3E}">
        <p14:creationId xmlns:p14="http://schemas.microsoft.com/office/powerpoint/2010/main" val="12788075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nlk0g0-72-52">
            <a:extLst xmlns:a="http://schemas.openxmlformats.org/drawingml/2006/main">
              <a:ext uri="{FF2B5EF4-FFF2-40B4-BE49-F238E27FC236}">
                <a16:creationId xmlns:a16="http://schemas.microsoft.com/office/drawing/2014/main" id="{545650BD-1CD4-477A-9B48-EC56A60FF287}"/>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Verification evidence</a:t>
            </a:r>
          </a:p>
        </p:txBody>
      </p:sp>
      <p:sp>
        <p:nvSpPr>
          <p:cNvPr id="2" name="text-nlk0g0-1160-672">
            <a:extLst xmlns:a="http://schemas.openxmlformats.org/drawingml/2006/main">
              <a:ext uri="{FF2B5EF4-FFF2-40B4-BE49-F238E27FC236}">
                <a16:creationId xmlns:a16="http://schemas.microsoft.com/office/drawing/2014/main" id="{36CA83FC-8FDD-48E1-9E61-E0804E79E92B}"/>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11</a:t>
            </a:r>
          </a:p>
        </p:txBody>
      </p:sp>
      <p:sp>
        <p:nvSpPr>
          <p:cNvPr id="3" name="text-nlk0g0-72-178">
            <a:extLst xmlns:a="http://schemas.openxmlformats.org/drawingml/2006/main">
              <a:ext uri="{FF2B5EF4-FFF2-40B4-BE49-F238E27FC236}">
                <a16:creationId xmlns:a16="http://schemas.microsoft.com/office/drawing/2014/main" id="{C45A73F4-11B3-4B3D-8D0A-BB105F860F33}"/>
              </a:ext>
            </a:extLst>
          </p:cNvPr>
          <p:cNvSpPr>
            <a:spLocks xmlns:a="http://schemas.openxmlformats.org/drawingml/2006/main" noGrp="1"/>
          </p:cNvSpPr>
          <p:nvPr/>
        </p:nvSpPr>
        <p:spPr>
          <a:xfrm xmlns:a="http://schemas.openxmlformats.org/drawingml/2006/main">
            <a:off x="685800" y="1695450"/>
            <a:ext cx="4000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67E78"/>
                </a:solidFill>
                <a:latin typeface="Segoe UI"/>
                <a:ea typeface="Segoe UI"/>
                <a:cs typeface="Segoe UI"/>
              </a:defRPr>
            </a:defPPr>
            <a:lvl1pPr algn="l">
              <a:defRPr sz="6450" b="1">
                <a:solidFill>
                  <a:srgbClr val="067E78"/>
                </a:solidFill>
                <a:latin typeface="Segoe UI"/>
                <a:ea typeface="Segoe UI"/>
                <a:cs typeface="Segoe UI"/>
              </a:defRPr>
            </a:lvl1pPr>
            <a:lvl2pPr algn="l">
              <a:defRPr sz="6450" b="1">
                <a:solidFill>
                  <a:srgbClr val="067E78"/>
                </a:solidFill>
                <a:latin typeface="Segoe UI"/>
                <a:ea typeface="Segoe UI"/>
                <a:cs typeface="Segoe UI"/>
              </a:defRPr>
            </a:lvl2pPr>
            <a:lvl3pPr algn="l">
              <a:defRPr sz="6450" b="1">
                <a:solidFill>
                  <a:srgbClr val="067E78"/>
                </a:solidFill>
                <a:latin typeface="Segoe UI"/>
                <a:ea typeface="Segoe UI"/>
                <a:cs typeface="Segoe UI"/>
              </a:defRPr>
            </a:lvl3pPr>
            <a:lvl4pPr algn="l">
              <a:defRPr sz="6450" b="1">
                <a:solidFill>
                  <a:srgbClr val="067E78"/>
                </a:solidFill>
                <a:latin typeface="Segoe UI"/>
                <a:ea typeface="Segoe UI"/>
                <a:cs typeface="Segoe UI"/>
              </a:defRPr>
            </a:lvl4pPr>
            <a:lvl5pPr algn="l">
              <a:defRPr sz="6450" b="1">
                <a:solidFill>
                  <a:srgbClr val="067E78"/>
                </a:solidFill>
                <a:latin typeface="Segoe UI"/>
                <a:ea typeface="Segoe UI"/>
                <a:cs typeface="Segoe UI"/>
              </a:defRPr>
            </a:lvl5pPr>
            <a:lvl6pPr algn="l">
              <a:defRPr sz="6450" b="1">
                <a:solidFill>
                  <a:srgbClr val="067E78"/>
                </a:solidFill>
                <a:latin typeface="Segoe UI"/>
                <a:ea typeface="Segoe UI"/>
                <a:cs typeface="Segoe UI"/>
              </a:defRPr>
            </a:lvl6pPr>
            <a:lvl7pPr algn="l">
              <a:defRPr sz="6450" b="1">
                <a:solidFill>
                  <a:srgbClr val="067E78"/>
                </a:solidFill>
                <a:latin typeface="Segoe UI"/>
                <a:ea typeface="Segoe UI"/>
                <a:cs typeface="Segoe UI"/>
              </a:defRPr>
            </a:lvl7pPr>
            <a:lvl8pPr algn="l">
              <a:defRPr sz="6450" b="1">
                <a:solidFill>
                  <a:srgbClr val="067E78"/>
                </a:solidFill>
                <a:latin typeface="Segoe UI"/>
                <a:ea typeface="Segoe UI"/>
                <a:cs typeface="Segoe UI"/>
              </a:defRPr>
            </a:lvl8pPr>
            <a:lvl9pPr algn="l">
              <a:defRPr sz="6450" b="1">
                <a:solidFill>
                  <a:srgbClr val="067E78"/>
                </a:solidFill>
                <a:latin typeface="Segoe UI"/>
                <a:ea typeface="Segoe UI"/>
                <a:cs typeface="Segoe UI"/>
              </a:defRPr>
            </a:lvl9pPr>
          </a:lstStyle>
          <a:p xmlns:a="http://schemas.openxmlformats.org/drawingml/2006/main">
            <a:pPr algn="l">
              <a:defRPr sz="6450" b="1">
                <a:solidFill>
                  <a:srgbClr val="067E78"/>
                </a:solidFill>
                <a:latin typeface="Segoe UI"/>
                <a:ea typeface="Segoe UI"/>
                <a:cs typeface="Segoe UI"/>
              </a:defRPr>
            </a:pPr>
            <a:r>
              <a:rPr sz="6450" b="1">
                <a:solidFill>
                  <a:srgbClr val="067E78"/>
                </a:solidFill>
                <a:latin typeface="Segoe UI"/>
                <a:ea typeface="Segoe UI"/>
                <a:cs typeface="Segoe UI"/>
              </a:rPr>
              <a:t>491</a:t>
            </a:r>
          </a:p>
        </p:txBody>
      </p:sp>
      <p:sp>
        <p:nvSpPr>
          <p:cNvPr id="4" name="text-nlk0g0-76-306">
            <a:extLst xmlns:a="http://schemas.openxmlformats.org/drawingml/2006/main">
              <a:ext uri="{FF2B5EF4-FFF2-40B4-BE49-F238E27FC236}">
                <a16:creationId xmlns:a16="http://schemas.microsoft.com/office/drawing/2014/main" id="{7676FB15-1A98-4E1C-AAAD-6E3A31410EA6}"/>
              </a:ext>
            </a:extLst>
          </p:cNvPr>
          <p:cNvSpPr>
            <a:spLocks xmlns:a="http://schemas.openxmlformats.org/drawingml/2006/main" noGrp="1"/>
          </p:cNvSpPr>
          <p:nvPr/>
        </p:nvSpPr>
        <p:spPr>
          <a:xfrm xmlns:a="http://schemas.openxmlformats.org/drawingml/2006/main">
            <a:off x="723900" y="2914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A45"/>
                </a:solidFill>
                <a:latin typeface="Segoe UI"/>
                <a:ea typeface="Segoe UI"/>
                <a:cs typeface="Segoe UI"/>
              </a:defRPr>
            </a:defPPr>
            <a:lvl1pPr algn="l">
              <a:defRPr sz="2100" b="0">
                <a:solidFill>
                  <a:srgbClr val="132A45"/>
                </a:solidFill>
                <a:latin typeface="Segoe UI"/>
                <a:ea typeface="Segoe UI"/>
                <a:cs typeface="Segoe UI"/>
              </a:defRPr>
            </a:lvl1pPr>
            <a:lvl2pPr algn="l">
              <a:defRPr sz="2100" b="0">
                <a:solidFill>
                  <a:srgbClr val="132A45"/>
                </a:solidFill>
                <a:latin typeface="Segoe UI"/>
                <a:ea typeface="Segoe UI"/>
                <a:cs typeface="Segoe UI"/>
              </a:defRPr>
            </a:lvl2pPr>
            <a:lvl3pPr algn="l">
              <a:defRPr sz="2100" b="0">
                <a:solidFill>
                  <a:srgbClr val="132A45"/>
                </a:solidFill>
                <a:latin typeface="Segoe UI"/>
                <a:ea typeface="Segoe UI"/>
                <a:cs typeface="Segoe UI"/>
              </a:defRPr>
            </a:lvl3pPr>
            <a:lvl4pPr algn="l">
              <a:defRPr sz="2100" b="0">
                <a:solidFill>
                  <a:srgbClr val="132A45"/>
                </a:solidFill>
                <a:latin typeface="Segoe UI"/>
                <a:ea typeface="Segoe UI"/>
                <a:cs typeface="Segoe UI"/>
              </a:defRPr>
            </a:lvl4pPr>
            <a:lvl5pPr algn="l">
              <a:defRPr sz="2100" b="0">
                <a:solidFill>
                  <a:srgbClr val="132A45"/>
                </a:solidFill>
                <a:latin typeface="Segoe UI"/>
                <a:ea typeface="Segoe UI"/>
                <a:cs typeface="Segoe UI"/>
              </a:defRPr>
            </a:lvl5pPr>
            <a:lvl6pPr algn="l">
              <a:defRPr sz="2100" b="0">
                <a:solidFill>
                  <a:srgbClr val="132A45"/>
                </a:solidFill>
                <a:latin typeface="Segoe UI"/>
                <a:ea typeface="Segoe UI"/>
                <a:cs typeface="Segoe UI"/>
              </a:defRPr>
            </a:lvl6pPr>
            <a:lvl7pPr algn="l">
              <a:defRPr sz="2100" b="0">
                <a:solidFill>
                  <a:srgbClr val="132A45"/>
                </a:solidFill>
                <a:latin typeface="Segoe UI"/>
                <a:ea typeface="Segoe UI"/>
                <a:cs typeface="Segoe UI"/>
              </a:defRPr>
            </a:lvl7pPr>
            <a:lvl8pPr algn="l">
              <a:defRPr sz="2100" b="0">
                <a:solidFill>
                  <a:srgbClr val="132A45"/>
                </a:solidFill>
                <a:latin typeface="Segoe UI"/>
                <a:ea typeface="Segoe UI"/>
                <a:cs typeface="Segoe UI"/>
              </a:defRPr>
            </a:lvl8pPr>
            <a:lvl9pPr algn="l">
              <a:defRPr sz="2100" b="0">
                <a:solidFill>
                  <a:srgbClr val="132A45"/>
                </a:solidFill>
                <a:latin typeface="Segoe UI"/>
                <a:ea typeface="Segoe UI"/>
                <a:cs typeface="Segoe UI"/>
              </a:defRPr>
            </a:lvl9pPr>
          </a:lstStyle>
          <a:p xmlns:a="http://schemas.openxmlformats.org/drawingml/2006/main">
            <a:pPr algn="l">
              <a:defRPr sz="2100" b="0">
                <a:solidFill>
                  <a:srgbClr val="132A45"/>
                </a:solidFill>
                <a:latin typeface="Segoe UI"/>
                <a:ea typeface="Segoe UI"/>
                <a:cs typeface="Segoe UI"/>
              </a:defRPr>
            </a:pPr>
            <a:r>
              <a:rPr sz="2100" b="0">
                <a:solidFill>
                  <a:srgbClr val="132A45"/>
                </a:solidFill>
                <a:latin typeface="Segoe UI"/>
                <a:ea typeface="Segoe UI"/>
                <a:cs typeface="Segoe UI"/>
              </a:rPr>
              <a:t>passing regression tests</a:t>
            </a:r>
          </a:p>
        </p:txBody>
      </p:sp>
      <p:sp>
        <p:nvSpPr>
          <p:cNvPr id="5" name="text-nlk0g0-700-178">
            <a:extLst xmlns:a="http://schemas.openxmlformats.org/drawingml/2006/main">
              <a:ext uri="{FF2B5EF4-FFF2-40B4-BE49-F238E27FC236}">
                <a16:creationId xmlns:a16="http://schemas.microsoft.com/office/drawing/2014/main" id="{D44A145E-397E-4218-BBEC-56F232E7F8BB}"/>
              </a:ext>
            </a:extLst>
          </p:cNvPr>
          <p:cNvSpPr>
            <a:spLocks xmlns:a="http://schemas.openxmlformats.org/drawingml/2006/main" noGrp="1"/>
          </p:cNvSpPr>
          <p:nvPr/>
        </p:nvSpPr>
        <p:spPr>
          <a:xfrm xmlns:a="http://schemas.openxmlformats.org/drawingml/2006/main">
            <a:off x="6667500" y="1695450"/>
            <a:ext cx="4095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67E78"/>
                </a:solidFill>
                <a:latin typeface="Segoe UI"/>
                <a:ea typeface="Segoe UI"/>
                <a:cs typeface="Segoe UI"/>
              </a:defRPr>
            </a:defPPr>
            <a:lvl1pPr algn="l">
              <a:defRPr sz="6450" b="1">
                <a:solidFill>
                  <a:srgbClr val="067E78"/>
                </a:solidFill>
                <a:latin typeface="Segoe UI"/>
                <a:ea typeface="Segoe UI"/>
                <a:cs typeface="Segoe UI"/>
              </a:defRPr>
            </a:lvl1pPr>
            <a:lvl2pPr algn="l">
              <a:defRPr sz="6450" b="1">
                <a:solidFill>
                  <a:srgbClr val="067E78"/>
                </a:solidFill>
                <a:latin typeface="Segoe UI"/>
                <a:ea typeface="Segoe UI"/>
                <a:cs typeface="Segoe UI"/>
              </a:defRPr>
            </a:lvl2pPr>
            <a:lvl3pPr algn="l">
              <a:defRPr sz="6450" b="1">
                <a:solidFill>
                  <a:srgbClr val="067E78"/>
                </a:solidFill>
                <a:latin typeface="Segoe UI"/>
                <a:ea typeface="Segoe UI"/>
                <a:cs typeface="Segoe UI"/>
              </a:defRPr>
            </a:lvl3pPr>
            <a:lvl4pPr algn="l">
              <a:defRPr sz="6450" b="1">
                <a:solidFill>
                  <a:srgbClr val="067E78"/>
                </a:solidFill>
                <a:latin typeface="Segoe UI"/>
                <a:ea typeface="Segoe UI"/>
                <a:cs typeface="Segoe UI"/>
              </a:defRPr>
            </a:lvl4pPr>
            <a:lvl5pPr algn="l">
              <a:defRPr sz="6450" b="1">
                <a:solidFill>
                  <a:srgbClr val="067E78"/>
                </a:solidFill>
                <a:latin typeface="Segoe UI"/>
                <a:ea typeface="Segoe UI"/>
                <a:cs typeface="Segoe UI"/>
              </a:defRPr>
            </a:lvl5pPr>
            <a:lvl6pPr algn="l">
              <a:defRPr sz="6450" b="1">
                <a:solidFill>
                  <a:srgbClr val="067E78"/>
                </a:solidFill>
                <a:latin typeface="Segoe UI"/>
                <a:ea typeface="Segoe UI"/>
                <a:cs typeface="Segoe UI"/>
              </a:defRPr>
            </a:lvl6pPr>
            <a:lvl7pPr algn="l">
              <a:defRPr sz="6450" b="1">
                <a:solidFill>
                  <a:srgbClr val="067E78"/>
                </a:solidFill>
                <a:latin typeface="Segoe UI"/>
                <a:ea typeface="Segoe UI"/>
                <a:cs typeface="Segoe UI"/>
              </a:defRPr>
            </a:lvl7pPr>
            <a:lvl8pPr algn="l">
              <a:defRPr sz="6450" b="1">
                <a:solidFill>
                  <a:srgbClr val="067E78"/>
                </a:solidFill>
                <a:latin typeface="Segoe UI"/>
                <a:ea typeface="Segoe UI"/>
                <a:cs typeface="Segoe UI"/>
              </a:defRPr>
            </a:lvl8pPr>
            <a:lvl9pPr algn="l">
              <a:defRPr sz="6450" b="1">
                <a:solidFill>
                  <a:srgbClr val="067E78"/>
                </a:solidFill>
                <a:latin typeface="Segoe UI"/>
                <a:ea typeface="Segoe UI"/>
                <a:cs typeface="Segoe UI"/>
              </a:defRPr>
            </a:lvl9pPr>
          </a:lstStyle>
          <a:p xmlns:a="http://schemas.openxmlformats.org/drawingml/2006/main">
            <a:pPr algn="l">
              <a:defRPr sz="6450" b="1">
                <a:solidFill>
                  <a:srgbClr val="067E78"/>
                </a:solidFill>
                <a:latin typeface="Segoe UI"/>
                <a:ea typeface="Segoe UI"/>
                <a:cs typeface="Segoe UI"/>
              </a:defRPr>
            </a:pPr>
            <a:r>
              <a:rPr sz="6450" b="1">
                <a:solidFill>
                  <a:srgbClr val="067E78"/>
                </a:solidFill>
                <a:latin typeface="Segoe UI"/>
                <a:ea typeface="Segoe UI"/>
                <a:cs typeface="Segoe UI"/>
              </a:rPr>
              <a:t>30</a:t>
            </a:r>
          </a:p>
        </p:txBody>
      </p:sp>
      <p:sp>
        <p:nvSpPr>
          <p:cNvPr id="6" name="text-nlk0g0-705-306">
            <a:extLst xmlns:a="http://schemas.openxmlformats.org/drawingml/2006/main">
              <a:ext uri="{FF2B5EF4-FFF2-40B4-BE49-F238E27FC236}">
                <a16:creationId xmlns:a16="http://schemas.microsoft.com/office/drawing/2014/main" id="{84D3EC5D-A01A-4567-A063-6788B6BE9801}"/>
              </a:ext>
            </a:extLst>
          </p:cNvPr>
          <p:cNvSpPr>
            <a:spLocks xmlns:a="http://schemas.openxmlformats.org/drawingml/2006/main" noGrp="1"/>
          </p:cNvSpPr>
          <p:nvPr/>
        </p:nvSpPr>
        <p:spPr>
          <a:xfrm xmlns:a="http://schemas.openxmlformats.org/drawingml/2006/main">
            <a:off x="6715125" y="2914650"/>
            <a:ext cx="4810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A45"/>
                </a:solidFill>
                <a:latin typeface="Segoe UI"/>
                <a:ea typeface="Segoe UI"/>
                <a:cs typeface="Segoe UI"/>
              </a:defRPr>
            </a:defPPr>
            <a:lvl1pPr algn="l">
              <a:defRPr sz="2100" b="0">
                <a:solidFill>
                  <a:srgbClr val="132A45"/>
                </a:solidFill>
                <a:latin typeface="Segoe UI"/>
                <a:ea typeface="Segoe UI"/>
                <a:cs typeface="Segoe UI"/>
              </a:defRPr>
            </a:lvl1pPr>
            <a:lvl2pPr algn="l">
              <a:defRPr sz="2100" b="0">
                <a:solidFill>
                  <a:srgbClr val="132A45"/>
                </a:solidFill>
                <a:latin typeface="Segoe UI"/>
                <a:ea typeface="Segoe UI"/>
                <a:cs typeface="Segoe UI"/>
              </a:defRPr>
            </a:lvl2pPr>
            <a:lvl3pPr algn="l">
              <a:defRPr sz="2100" b="0">
                <a:solidFill>
                  <a:srgbClr val="132A45"/>
                </a:solidFill>
                <a:latin typeface="Segoe UI"/>
                <a:ea typeface="Segoe UI"/>
                <a:cs typeface="Segoe UI"/>
              </a:defRPr>
            </a:lvl3pPr>
            <a:lvl4pPr algn="l">
              <a:defRPr sz="2100" b="0">
                <a:solidFill>
                  <a:srgbClr val="132A45"/>
                </a:solidFill>
                <a:latin typeface="Segoe UI"/>
                <a:ea typeface="Segoe UI"/>
                <a:cs typeface="Segoe UI"/>
              </a:defRPr>
            </a:lvl4pPr>
            <a:lvl5pPr algn="l">
              <a:defRPr sz="2100" b="0">
                <a:solidFill>
                  <a:srgbClr val="132A45"/>
                </a:solidFill>
                <a:latin typeface="Segoe UI"/>
                <a:ea typeface="Segoe UI"/>
                <a:cs typeface="Segoe UI"/>
              </a:defRPr>
            </a:lvl5pPr>
            <a:lvl6pPr algn="l">
              <a:defRPr sz="2100" b="0">
                <a:solidFill>
                  <a:srgbClr val="132A45"/>
                </a:solidFill>
                <a:latin typeface="Segoe UI"/>
                <a:ea typeface="Segoe UI"/>
                <a:cs typeface="Segoe UI"/>
              </a:defRPr>
            </a:lvl6pPr>
            <a:lvl7pPr algn="l">
              <a:defRPr sz="2100" b="0">
                <a:solidFill>
                  <a:srgbClr val="132A45"/>
                </a:solidFill>
                <a:latin typeface="Segoe UI"/>
                <a:ea typeface="Segoe UI"/>
                <a:cs typeface="Segoe UI"/>
              </a:defRPr>
            </a:lvl7pPr>
            <a:lvl8pPr algn="l">
              <a:defRPr sz="2100" b="0">
                <a:solidFill>
                  <a:srgbClr val="132A45"/>
                </a:solidFill>
                <a:latin typeface="Segoe UI"/>
                <a:ea typeface="Segoe UI"/>
                <a:cs typeface="Segoe UI"/>
              </a:defRPr>
            </a:lvl8pPr>
            <a:lvl9pPr algn="l">
              <a:defRPr sz="2100" b="0">
                <a:solidFill>
                  <a:srgbClr val="132A45"/>
                </a:solidFill>
                <a:latin typeface="Segoe UI"/>
                <a:ea typeface="Segoe UI"/>
                <a:cs typeface="Segoe UI"/>
              </a:defRPr>
            </a:lvl9pPr>
          </a:lstStyle>
          <a:p xmlns:a="http://schemas.openxmlformats.org/drawingml/2006/main">
            <a:pPr algn="l">
              <a:defRPr sz="2100" b="0">
                <a:solidFill>
                  <a:srgbClr val="132A45"/>
                </a:solidFill>
                <a:latin typeface="Segoe UI"/>
                <a:ea typeface="Segoe UI"/>
                <a:cs typeface="Segoe UI"/>
              </a:defRPr>
            </a:pPr>
            <a:r>
              <a:rPr sz="2100" b="0">
                <a:solidFill>
                  <a:srgbClr val="132A45"/>
                </a:solidFill>
                <a:latin typeface="Segoe UI"/>
                <a:ea typeface="Segoe UI"/>
                <a:cs typeface="Segoe UI"/>
              </a:rPr>
              <a:t>deterministic domain scenarios</a:t>
            </a:r>
          </a:p>
        </p:txBody>
      </p:sp>
      <p:sp>
        <p:nvSpPr>
          <p:cNvPr id="7" name="text-nlk0g0-72-435">
            <a:extLst xmlns:a="http://schemas.openxmlformats.org/drawingml/2006/main">
              <a:ext uri="{FF2B5EF4-FFF2-40B4-BE49-F238E27FC236}">
                <a16:creationId xmlns:a16="http://schemas.microsoft.com/office/drawing/2014/main" id="{818C57B5-C808-4D0B-ABDE-9AF4FDE03DF8}"/>
              </a:ext>
            </a:extLst>
          </p:cNvPr>
          <p:cNvSpPr>
            <a:spLocks xmlns:a="http://schemas.openxmlformats.org/drawingml/2006/main" noGrp="1"/>
          </p:cNvSpPr>
          <p:nvPr/>
        </p:nvSpPr>
        <p:spPr>
          <a:xfrm xmlns:a="http://schemas.openxmlformats.org/drawingml/2006/main">
            <a:off x="685800" y="41433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Fresh PDF and Evolus RAG processing in both clients</a:t>
            </a:r>
          </a:p>
        </p:txBody>
      </p:sp>
      <p:sp>
        <p:nvSpPr>
          <p:cNvPr id="8" name="text-nlk0g0-72-506">
            <a:extLst xmlns:a="http://schemas.openxmlformats.org/drawingml/2006/main">
              <a:ext uri="{FF2B5EF4-FFF2-40B4-BE49-F238E27FC236}">
                <a16:creationId xmlns:a16="http://schemas.microsoft.com/office/drawing/2014/main" id="{72DD2644-FBD8-4C7D-BCBD-EE7A8FBA546C}"/>
              </a:ext>
            </a:extLst>
          </p:cNvPr>
          <p:cNvSpPr>
            <a:spLocks xmlns:a="http://schemas.openxmlformats.org/drawingml/2006/main" noGrp="1"/>
          </p:cNvSpPr>
          <p:nvPr/>
        </p:nvSpPr>
        <p:spPr>
          <a:xfrm xmlns:a="http://schemas.openxmlformats.org/drawingml/2006/main">
            <a:off x="685800" y="4819650"/>
            <a:ext cx="10477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77E"/>
                </a:solidFill>
                <a:latin typeface="Segoe UI"/>
                <a:ea typeface="Segoe UI"/>
                <a:cs typeface="Segoe UI"/>
              </a:defRPr>
            </a:defPPr>
            <a:lvl1pPr algn="l">
              <a:defRPr sz="1950" b="0">
                <a:solidFill>
                  <a:srgbClr val="53677E"/>
                </a:solidFill>
                <a:latin typeface="Segoe UI"/>
                <a:ea typeface="Segoe UI"/>
                <a:cs typeface="Segoe UI"/>
              </a:defRPr>
            </a:lvl1pPr>
            <a:lvl2pPr algn="l">
              <a:defRPr sz="1950" b="0">
                <a:solidFill>
                  <a:srgbClr val="53677E"/>
                </a:solidFill>
                <a:latin typeface="Segoe UI"/>
                <a:ea typeface="Segoe UI"/>
                <a:cs typeface="Segoe UI"/>
              </a:defRPr>
            </a:lvl2pPr>
            <a:lvl3pPr algn="l">
              <a:defRPr sz="1950" b="0">
                <a:solidFill>
                  <a:srgbClr val="53677E"/>
                </a:solidFill>
                <a:latin typeface="Segoe UI"/>
                <a:ea typeface="Segoe UI"/>
                <a:cs typeface="Segoe UI"/>
              </a:defRPr>
            </a:lvl3pPr>
            <a:lvl4pPr algn="l">
              <a:defRPr sz="1950" b="0">
                <a:solidFill>
                  <a:srgbClr val="53677E"/>
                </a:solidFill>
                <a:latin typeface="Segoe UI"/>
                <a:ea typeface="Segoe UI"/>
                <a:cs typeface="Segoe UI"/>
              </a:defRPr>
            </a:lvl4pPr>
            <a:lvl5pPr algn="l">
              <a:defRPr sz="1950" b="0">
                <a:solidFill>
                  <a:srgbClr val="53677E"/>
                </a:solidFill>
                <a:latin typeface="Segoe UI"/>
                <a:ea typeface="Segoe UI"/>
                <a:cs typeface="Segoe UI"/>
              </a:defRPr>
            </a:lvl5pPr>
            <a:lvl6pPr algn="l">
              <a:defRPr sz="1950" b="0">
                <a:solidFill>
                  <a:srgbClr val="53677E"/>
                </a:solidFill>
                <a:latin typeface="Segoe UI"/>
                <a:ea typeface="Segoe UI"/>
                <a:cs typeface="Segoe UI"/>
              </a:defRPr>
            </a:lvl6pPr>
            <a:lvl7pPr algn="l">
              <a:defRPr sz="1950" b="0">
                <a:solidFill>
                  <a:srgbClr val="53677E"/>
                </a:solidFill>
                <a:latin typeface="Segoe UI"/>
                <a:ea typeface="Segoe UI"/>
                <a:cs typeface="Segoe UI"/>
              </a:defRPr>
            </a:lvl7pPr>
            <a:lvl8pPr algn="l">
              <a:defRPr sz="1950" b="0">
                <a:solidFill>
                  <a:srgbClr val="53677E"/>
                </a:solidFill>
                <a:latin typeface="Segoe UI"/>
                <a:ea typeface="Segoe UI"/>
                <a:cs typeface="Segoe UI"/>
              </a:defRPr>
            </a:lvl8pPr>
            <a:lvl9pPr algn="l">
              <a:defRPr sz="1950" b="0">
                <a:solidFill>
                  <a:srgbClr val="53677E"/>
                </a:solidFill>
                <a:latin typeface="Segoe UI"/>
                <a:ea typeface="Segoe UI"/>
                <a:cs typeface="Segoe UI"/>
              </a:defRPr>
            </a:lvl9pPr>
          </a:lstStyle>
          <a:p xmlns:a="http://schemas.openxmlformats.org/drawingml/2006/main">
            <a:pPr algn="l">
              <a:defRPr sz="1950" b="0">
                <a:solidFill>
                  <a:srgbClr val="53677E"/>
                </a:solidFill>
                <a:latin typeface="Segoe UI"/>
                <a:ea typeface="Segoe UI"/>
                <a:cs typeface="Segoe UI"/>
              </a:defRPr>
            </a:pPr>
            <a:r>
              <a:rPr sz="1950" b="0">
                <a:solidFill>
                  <a:srgbClr val="53677E"/>
                </a:solidFill>
                <a:latin typeface="Segoe UI"/>
                <a:ea typeface="Segoe UI"/>
                <a:cs typeface="Segoe UI"/>
              </a:rPr>
              <a:t>Two receipts retained. Stale approval rejected.</a:t>
            </a:r>
          </a:p>
          <a:p xmlns:a="http://schemas.openxmlformats.org/drawingml/2006/main">
            <a:pPr algn="l">
              <a:defRPr sz="1950" b="0">
                <a:solidFill>
                  <a:srgbClr val="53677E"/>
                </a:solidFill>
                <a:latin typeface="Segoe UI"/>
                <a:ea typeface="Segoe UI"/>
                <a:cs typeface="Segoe UI"/>
              </a:defRPr>
            </a:pPr>
            <a:r>
              <a:rPr sz="1950" b="0">
                <a:solidFill>
                  <a:srgbClr val="53677E"/>
                </a:solidFill>
                <a:latin typeface="Segoe UI"/>
                <a:ea typeface="Segoe UI"/>
                <a:cs typeface="Segoe UI"/>
              </a:rPr>
              <a:t>Five release assets verified. Public and installed bytes match.</a:t>
            </a:r>
          </a:p>
        </p:txBody>
      </p:sp>
      <p:sp>
        <p:nvSpPr>
          <p:cNvPr id="9" name="text-nlk0g0-72-625">
            <a:extLst xmlns:a="http://schemas.openxmlformats.org/drawingml/2006/main">
              <a:ext uri="{FF2B5EF4-FFF2-40B4-BE49-F238E27FC236}">
                <a16:creationId xmlns:a16="http://schemas.microsoft.com/office/drawing/2014/main" id="{140BA364-A57B-4F13-84B6-6DC3F57EEA4A}"/>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Agent-operated engineering with fictional records. Independent human acceptance remains pending.</a:t>
            </a:r>
          </a:p>
        </p:txBody>
      </p:sp>
    </p:spTree>
    <p:extLst>
      <p:ext uri="{BB962C8B-B14F-4D97-AF65-F5344CB8AC3E}">
        <p14:creationId xmlns:p14="http://schemas.microsoft.com/office/powerpoint/2010/main" val="3178631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gbcj3g-72-52">
            <a:extLst xmlns:a="http://schemas.openxmlformats.org/drawingml/2006/main">
              <a:ext uri="{FF2B5EF4-FFF2-40B4-BE49-F238E27FC236}">
                <a16:creationId xmlns:a16="http://schemas.microsoft.com/office/drawing/2014/main" id="{EB43BB62-9E7E-4021-A94F-E25A97381F89}"/>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32A45"/>
                </a:solidFill>
                <a:latin typeface="Segoe UI"/>
                <a:ea typeface="Segoe UI"/>
                <a:cs typeface="Segoe UI"/>
              </a:defRPr>
            </a:defPPr>
            <a:lvl1pPr algn="l">
              <a:defRPr sz="3450" b="1">
                <a:solidFill>
                  <a:srgbClr val="132A45"/>
                </a:solidFill>
                <a:latin typeface="Segoe UI"/>
                <a:ea typeface="Segoe UI"/>
                <a:cs typeface="Segoe UI"/>
              </a:defRPr>
            </a:lvl1pPr>
            <a:lvl2pPr algn="l">
              <a:defRPr sz="3450" b="1">
                <a:solidFill>
                  <a:srgbClr val="132A45"/>
                </a:solidFill>
                <a:latin typeface="Segoe UI"/>
                <a:ea typeface="Segoe UI"/>
                <a:cs typeface="Segoe UI"/>
              </a:defRPr>
            </a:lvl2pPr>
            <a:lvl3pPr algn="l">
              <a:defRPr sz="3450" b="1">
                <a:solidFill>
                  <a:srgbClr val="132A45"/>
                </a:solidFill>
                <a:latin typeface="Segoe UI"/>
                <a:ea typeface="Segoe UI"/>
                <a:cs typeface="Segoe UI"/>
              </a:defRPr>
            </a:lvl3pPr>
            <a:lvl4pPr algn="l">
              <a:defRPr sz="3450" b="1">
                <a:solidFill>
                  <a:srgbClr val="132A45"/>
                </a:solidFill>
                <a:latin typeface="Segoe UI"/>
                <a:ea typeface="Segoe UI"/>
                <a:cs typeface="Segoe UI"/>
              </a:defRPr>
            </a:lvl4pPr>
            <a:lvl5pPr algn="l">
              <a:defRPr sz="3450" b="1">
                <a:solidFill>
                  <a:srgbClr val="132A45"/>
                </a:solidFill>
                <a:latin typeface="Segoe UI"/>
                <a:ea typeface="Segoe UI"/>
                <a:cs typeface="Segoe UI"/>
              </a:defRPr>
            </a:lvl5pPr>
            <a:lvl6pPr algn="l">
              <a:defRPr sz="3450" b="1">
                <a:solidFill>
                  <a:srgbClr val="132A45"/>
                </a:solidFill>
                <a:latin typeface="Segoe UI"/>
                <a:ea typeface="Segoe UI"/>
                <a:cs typeface="Segoe UI"/>
              </a:defRPr>
            </a:lvl6pPr>
            <a:lvl7pPr algn="l">
              <a:defRPr sz="3450" b="1">
                <a:solidFill>
                  <a:srgbClr val="132A45"/>
                </a:solidFill>
                <a:latin typeface="Segoe UI"/>
                <a:ea typeface="Segoe UI"/>
                <a:cs typeface="Segoe UI"/>
              </a:defRPr>
            </a:lvl7pPr>
            <a:lvl8pPr algn="l">
              <a:defRPr sz="3450" b="1">
                <a:solidFill>
                  <a:srgbClr val="132A45"/>
                </a:solidFill>
                <a:latin typeface="Segoe UI"/>
                <a:ea typeface="Segoe UI"/>
                <a:cs typeface="Segoe UI"/>
              </a:defRPr>
            </a:lvl8pPr>
            <a:lvl9pPr algn="l">
              <a:defRPr sz="3450" b="1">
                <a:solidFill>
                  <a:srgbClr val="132A45"/>
                </a:solidFill>
                <a:latin typeface="Segoe UI"/>
                <a:ea typeface="Segoe UI"/>
                <a:cs typeface="Segoe UI"/>
              </a:defRPr>
            </a:lvl9pPr>
          </a:lstStyle>
          <a:p xmlns:a="http://schemas.openxmlformats.org/drawingml/2006/main">
            <a:pPr algn="l">
              <a:defRPr sz="3450" b="1">
                <a:solidFill>
                  <a:srgbClr val="132A45"/>
                </a:solidFill>
                <a:latin typeface="Segoe UI"/>
                <a:ea typeface="Segoe UI"/>
                <a:cs typeface="Segoe UI"/>
              </a:defRPr>
            </a:pPr>
            <a:r>
              <a:rPr sz="3450" b="1">
                <a:solidFill>
                  <a:srgbClr val="132A45"/>
                </a:solidFill>
                <a:latin typeface="Segoe UI"/>
                <a:ea typeface="Segoe UI"/>
                <a:cs typeface="Segoe UI"/>
              </a:rPr>
              <a:t>Release boundaries</a:t>
            </a:r>
          </a:p>
        </p:txBody>
      </p:sp>
      <p:sp>
        <p:nvSpPr>
          <p:cNvPr id="2" name="text-gbcj3g-1160-672">
            <a:extLst xmlns:a="http://schemas.openxmlformats.org/drawingml/2006/main">
              <a:ext uri="{FF2B5EF4-FFF2-40B4-BE49-F238E27FC236}">
                <a16:creationId xmlns:a16="http://schemas.microsoft.com/office/drawing/2014/main" id="{4535CC1C-99DD-446C-9DE6-B840FFE1205D}"/>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3677E"/>
                </a:solidFill>
                <a:latin typeface="Segoe UI"/>
                <a:ea typeface="Segoe UI"/>
                <a:cs typeface="Segoe UI"/>
              </a:defRPr>
            </a:defPPr>
            <a:lvl1pPr algn="l">
              <a:defRPr sz="1275" b="0">
                <a:solidFill>
                  <a:srgbClr val="53677E"/>
                </a:solidFill>
                <a:latin typeface="Segoe UI"/>
                <a:ea typeface="Segoe UI"/>
                <a:cs typeface="Segoe UI"/>
              </a:defRPr>
            </a:lvl1pPr>
            <a:lvl2pPr algn="l">
              <a:defRPr sz="1275" b="0">
                <a:solidFill>
                  <a:srgbClr val="53677E"/>
                </a:solidFill>
                <a:latin typeface="Segoe UI"/>
                <a:ea typeface="Segoe UI"/>
                <a:cs typeface="Segoe UI"/>
              </a:defRPr>
            </a:lvl2pPr>
            <a:lvl3pPr algn="l">
              <a:defRPr sz="1275" b="0">
                <a:solidFill>
                  <a:srgbClr val="53677E"/>
                </a:solidFill>
                <a:latin typeface="Segoe UI"/>
                <a:ea typeface="Segoe UI"/>
                <a:cs typeface="Segoe UI"/>
              </a:defRPr>
            </a:lvl3pPr>
            <a:lvl4pPr algn="l">
              <a:defRPr sz="1275" b="0">
                <a:solidFill>
                  <a:srgbClr val="53677E"/>
                </a:solidFill>
                <a:latin typeface="Segoe UI"/>
                <a:ea typeface="Segoe UI"/>
                <a:cs typeface="Segoe UI"/>
              </a:defRPr>
            </a:lvl4pPr>
            <a:lvl5pPr algn="l">
              <a:defRPr sz="1275" b="0">
                <a:solidFill>
                  <a:srgbClr val="53677E"/>
                </a:solidFill>
                <a:latin typeface="Segoe UI"/>
                <a:ea typeface="Segoe UI"/>
                <a:cs typeface="Segoe UI"/>
              </a:defRPr>
            </a:lvl5pPr>
            <a:lvl6pPr algn="l">
              <a:defRPr sz="1275" b="0">
                <a:solidFill>
                  <a:srgbClr val="53677E"/>
                </a:solidFill>
                <a:latin typeface="Segoe UI"/>
                <a:ea typeface="Segoe UI"/>
                <a:cs typeface="Segoe UI"/>
              </a:defRPr>
            </a:lvl6pPr>
            <a:lvl7pPr algn="l">
              <a:defRPr sz="1275" b="0">
                <a:solidFill>
                  <a:srgbClr val="53677E"/>
                </a:solidFill>
                <a:latin typeface="Segoe UI"/>
                <a:ea typeface="Segoe UI"/>
                <a:cs typeface="Segoe UI"/>
              </a:defRPr>
            </a:lvl7pPr>
            <a:lvl8pPr algn="l">
              <a:defRPr sz="1275" b="0">
                <a:solidFill>
                  <a:srgbClr val="53677E"/>
                </a:solidFill>
                <a:latin typeface="Segoe UI"/>
                <a:ea typeface="Segoe UI"/>
                <a:cs typeface="Segoe UI"/>
              </a:defRPr>
            </a:lvl8pPr>
            <a:lvl9pPr algn="l">
              <a:defRPr sz="1275" b="0">
                <a:solidFill>
                  <a:srgbClr val="53677E"/>
                </a:solidFill>
                <a:latin typeface="Segoe UI"/>
                <a:ea typeface="Segoe UI"/>
                <a:cs typeface="Segoe UI"/>
              </a:defRPr>
            </a:lvl9pPr>
          </a:lstStyle>
          <a:p xmlns:a="http://schemas.openxmlformats.org/drawingml/2006/main">
            <a:pPr algn="l">
              <a:defRPr sz="1275" b="0">
                <a:solidFill>
                  <a:srgbClr val="53677E"/>
                </a:solidFill>
                <a:latin typeface="Segoe UI"/>
                <a:ea typeface="Segoe UI"/>
                <a:cs typeface="Segoe UI"/>
              </a:defRPr>
            </a:pPr>
            <a:r>
              <a:rPr sz="1275" b="0">
                <a:solidFill>
                  <a:srgbClr val="53677E"/>
                </a:solidFill>
                <a:latin typeface="Segoe UI"/>
                <a:ea typeface="Segoe UI"/>
                <a:cs typeface="Segoe UI"/>
              </a:rPr>
              <a:t>12</a:t>
            </a:r>
          </a:p>
        </p:txBody>
      </p:sp>
      <p:sp>
        <p:nvSpPr>
          <p:cNvPr id="3" name="text-gbcj3g-72-170">
            <a:extLst xmlns:a="http://schemas.openxmlformats.org/drawingml/2006/main">
              <a:ext uri="{FF2B5EF4-FFF2-40B4-BE49-F238E27FC236}">
                <a16:creationId xmlns:a16="http://schemas.microsoft.com/office/drawing/2014/main" id="{303F1661-D073-49A5-8274-73CE7F5D2A7F}"/>
              </a:ext>
            </a:extLst>
          </p:cNvPr>
          <p:cNvSpPr>
            <a:spLocks xmlns:a="http://schemas.openxmlformats.org/drawingml/2006/main" noGrp="1"/>
          </p:cNvSpPr>
          <p:nvPr/>
        </p:nvSpPr>
        <p:spPr>
          <a:xfrm xmlns:a="http://schemas.openxmlformats.org/drawingml/2006/main">
            <a:off x="685800" y="1619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Review still matters</a:t>
            </a:r>
          </a:p>
        </p:txBody>
      </p:sp>
      <p:sp>
        <p:nvSpPr>
          <p:cNvPr id="4" name="text-gbcj3g-72-212">
            <a:extLst xmlns:a="http://schemas.openxmlformats.org/drawingml/2006/main">
              <a:ext uri="{FF2B5EF4-FFF2-40B4-BE49-F238E27FC236}">
                <a16:creationId xmlns:a16="http://schemas.microsoft.com/office/drawing/2014/main" id="{6F56A38C-E641-4ADB-AC9C-1D0333D7AD6B}"/>
              </a:ext>
            </a:extLst>
          </p:cNvPr>
          <p:cNvSpPr>
            <a:spLocks xmlns:a="http://schemas.openxmlformats.org/drawingml/2006/main" noGrp="1"/>
          </p:cNvSpPr>
          <p:nvPr/>
        </p:nvSpPr>
        <p:spPr>
          <a:xfrm xmlns:a="http://schemas.openxmlformats.org/drawingml/2006/main">
            <a:off x="685800" y="201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Metadata format errors remain visible and require original review</a:t>
            </a:r>
          </a:p>
        </p:txBody>
      </p:sp>
      <p:sp>
        <p:nvSpPr>
          <p:cNvPr id="5" name="text-gbcj3g-72-274">
            <a:extLst xmlns:a="http://schemas.openxmlformats.org/drawingml/2006/main">
              <a:ext uri="{FF2B5EF4-FFF2-40B4-BE49-F238E27FC236}">
                <a16:creationId xmlns:a16="http://schemas.microsoft.com/office/drawing/2014/main" id="{22055DCA-6F01-4670-9AB1-CE0E4F7429D6}"/>
              </a:ext>
            </a:extLst>
          </p:cNvPr>
          <p:cNvSpPr>
            <a:spLocks xmlns:a="http://schemas.openxmlformats.org/drawingml/2006/main" noGrp="1"/>
          </p:cNvSpPr>
          <p:nvPr/>
        </p:nvSpPr>
        <p:spPr>
          <a:xfrm xmlns:a="http://schemas.openxmlformats.org/drawingml/2006/main">
            <a:off x="685800" y="26098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Citation provenance stays explicit</a:t>
            </a:r>
          </a:p>
        </p:txBody>
      </p:sp>
      <p:sp>
        <p:nvSpPr>
          <p:cNvPr id="6" name="text-gbcj3g-72-316">
            <a:extLst xmlns:a="http://schemas.openxmlformats.org/drawingml/2006/main">
              <a:ext uri="{FF2B5EF4-FFF2-40B4-BE49-F238E27FC236}">
                <a16:creationId xmlns:a16="http://schemas.microsoft.com/office/drawing/2014/main" id="{7876EFCD-87CA-457D-A0E3-CECF88144FC6}"/>
              </a:ext>
            </a:extLst>
          </p:cNvPr>
          <p:cNvSpPr>
            <a:spLocks xmlns:a="http://schemas.openxmlformats.org/drawingml/2006/main" noGrp="1"/>
          </p:cNvSpPr>
          <p:nvPr/>
        </p:nvSpPr>
        <p:spPr>
          <a:xfrm xmlns:a="http://schemas.openxmlformats.org/drawingml/2006/main">
            <a:off x="685800" y="3009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The application verifies sources while native annotations remain absent</a:t>
            </a:r>
          </a:p>
        </p:txBody>
      </p:sp>
      <p:sp>
        <p:nvSpPr>
          <p:cNvPr id="7" name="text-gbcj3g-72-378">
            <a:extLst xmlns:a="http://schemas.openxmlformats.org/drawingml/2006/main">
              <a:ext uri="{FF2B5EF4-FFF2-40B4-BE49-F238E27FC236}">
                <a16:creationId xmlns:a16="http://schemas.microsoft.com/office/drawing/2014/main" id="{1BBFC054-EF5B-4A61-ADB7-054C24C15214}"/>
              </a:ext>
            </a:extLst>
          </p:cNvPr>
          <p:cNvSpPr>
            <a:spLocks xmlns:a="http://schemas.openxmlformats.org/drawingml/2006/main" noGrp="1"/>
          </p:cNvSpPr>
          <p:nvPr/>
        </p:nvSpPr>
        <p:spPr>
          <a:xfrm xmlns:a="http://schemas.openxmlformats.org/drawingml/2006/main">
            <a:off x="685800" y="36004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Deployment has practical limits</a:t>
            </a:r>
          </a:p>
        </p:txBody>
      </p:sp>
      <p:sp>
        <p:nvSpPr>
          <p:cNvPr id="8" name="text-gbcj3g-72-420">
            <a:extLst xmlns:a="http://schemas.openxmlformats.org/drawingml/2006/main">
              <a:ext uri="{FF2B5EF4-FFF2-40B4-BE49-F238E27FC236}">
                <a16:creationId xmlns:a16="http://schemas.microsoft.com/office/drawing/2014/main" id="{7C61B3B9-ABFD-4140-A219-7A88F9AD05C9}"/>
              </a:ext>
            </a:extLst>
          </p:cNvPr>
          <p:cNvSpPr>
            <a:spLocks xmlns:a="http://schemas.openxmlformats.org/drawingml/2006/main" noGrp="1"/>
          </p:cNvSpPr>
          <p:nvPr/>
        </p:nvSpPr>
        <p:spPr>
          <a:xfrm xmlns:a="http://schemas.openxmlformats.org/drawingml/2006/main">
            <a:off x="685800" y="40005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Unsigned installer, temporary hosted storage and pending independent acceptance</a:t>
            </a:r>
          </a:p>
        </p:txBody>
      </p:sp>
      <p:sp>
        <p:nvSpPr>
          <p:cNvPr id="9" name="text-gbcj3g-72-482">
            <a:extLst xmlns:a="http://schemas.openxmlformats.org/drawingml/2006/main">
              <a:ext uri="{FF2B5EF4-FFF2-40B4-BE49-F238E27FC236}">
                <a16:creationId xmlns:a16="http://schemas.microsoft.com/office/drawing/2014/main" id="{B6AFAD35-8FB0-45CF-A706-7BDF4F023402}"/>
              </a:ext>
            </a:extLst>
          </p:cNvPr>
          <p:cNvSpPr>
            <a:spLocks xmlns:a="http://schemas.openxmlformats.org/drawingml/2006/main" noGrp="1"/>
          </p:cNvSpPr>
          <p:nvPr/>
        </p:nvSpPr>
        <p:spPr>
          <a:xfrm xmlns:a="http://schemas.openxmlformats.org/drawingml/2006/main">
            <a:off x="685800" y="45910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A45"/>
                </a:solidFill>
                <a:latin typeface="Segoe UI"/>
                <a:ea typeface="Segoe UI"/>
                <a:cs typeface="Segoe UI"/>
              </a:defRPr>
            </a:defPPr>
            <a:lvl1pPr algn="l">
              <a:defRPr sz="2175" b="1">
                <a:solidFill>
                  <a:srgbClr val="132A45"/>
                </a:solidFill>
                <a:latin typeface="Segoe UI"/>
                <a:ea typeface="Segoe UI"/>
                <a:cs typeface="Segoe UI"/>
              </a:defRPr>
            </a:lvl1pPr>
            <a:lvl2pPr algn="l">
              <a:defRPr sz="2175" b="1">
                <a:solidFill>
                  <a:srgbClr val="132A45"/>
                </a:solidFill>
                <a:latin typeface="Segoe UI"/>
                <a:ea typeface="Segoe UI"/>
                <a:cs typeface="Segoe UI"/>
              </a:defRPr>
            </a:lvl2pPr>
            <a:lvl3pPr algn="l">
              <a:defRPr sz="2175" b="1">
                <a:solidFill>
                  <a:srgbClr val="132A45"/>
                </a:solidFill>
                <a:latin typeface="Segoe UI"/>
                <a:ea typeface="Segoe UI"/>
                <a:cs typeface="Segoe UI"/>
              </a:defRPr>
            </a:lvl3pPr>
            <a:lvl4pPr algn="l">
              <a:defRPr sz="2175" b="1">
                <a:solidFill>
                  <a:srgbClr val="132A45"/>
                </a:solidFill>
                <a:latin typeface="Segoe UI"/>
                <a:ea typeface="Segoe UI"/>
                <a:cs typeface="Segoe UI"/>
              </a:defRPr>
            </a:lvl4pPr>
            <a:lvl5pPr algn="l">
              <a:defRPr sz="2175" b="1">
                <a:solidFill>
                  <a:srgbClr val="132A45"/>
                </a:solidFill>
                <a:latin typeface="Segoe UI"/>
                <a:ea typeface="Segoe UI"/>
                <a:cs typeface="Segoe UI"/>
              </a:defRPr>
            </a:lvl5pPr>
            <a:lvl6pPr algn="l">
              <a:defRPr sz="2175" b="1">
                <a:solidFill>
                  <a:srgbClr val="132A45"/>
                </a:solidFill>
                <a:latin typeface="Segoe UI"/>
                <a:ea typeface="Segoe UI"/>
                <a:cs typeface="Segoe UI"/>
              </a:defRPr>
            </a:lvl6pPr>
            <a:lvl7pPr algn="l">
              <a:defRPr sz="2175" b="1">
                <a:solidFill>
                  <a:srgbClr val="132A45"/>
                </a:solidFill>
                <a:latin typeface="Segoe UI"/>
                <a:ea typeface="Segoe UI"/>
                <a:cs typeface="Segoe UI"/>
              </a:defRPr>
            </a:lvl7pPr>
            <a:lvl8pPr algn="l">
              <a:defRPr sz="2175" b="1">
                <a:solidFill>
                  <a:srgbClr val="132A45"/>
                </a:solidFill>
                <a:latin typeface="Segoe UI"/>
                <a:ea typeface="Segoe UI"/>
                <a:cs typeface="Segoe UI"/>
              </a:defRPr>
            </a:lvl8pPr>
            <a:lvl9pPr algn="l">
              <a:defRPr sz="2175" b="1">
                <a:solidFill>
                  <a:srgbClr val="132A45"/>
                </a:solidFill>
                <a:latin typeface="Segoe UI"/>
                <a:ea typeface="Segoe UI"/>
                <a:cs typeface="Segoe UI"/>
              </a:defRPr>
            </a:lvl9pPr>
          </a:lstStyle>
          <a:p xmlns:a="http://schemas.openxmlformats.org/drawingml/2006/main">
            <a:pPr algn="l">
              <a:defRPr sz="2175" b="1">
                <a:solidFill>
                  <a:srgbClr val="132A45"/>
                </a:solidFill>
                <a:latin typeface="Segoe UI"/>
                <a:ea typeface="Segoe UI"/>
                <a:cs typeface="Segoe UI"/>
              </a:defRPr>
            </a:pPr>
            <a:r>
              <a:rPr sz="2175" b="1">
                <a:solidFill>
                  <a:srgbClr val="132A45"/>
                </a:solidFill>
                <a:latin typeface="Segoe UI"/>
                <a:ea typeface="Segoe UI"/>
                <a:cs typeface="Segoe UI"/>
              </a:rPr>
              <a:t>A new live demo needs a current allowance</a:t>
            </a:r>
          </a:p>
        </p:txBody>
      </p:sp>
      <p:sp>
        <p:nvSpPr>
          <p:cNvPr id="10" name="text-gbcj3g-72-524">
            <a:extLst xmlns:a="http://schemas.openxmlformats.org/drawingml/2006/main">
              <a:ext uri="{FF2B5EF4-FFF2-40B4-BE49-F238E27FC236}">
                <a16:creationId xmlns:a16="http://schemas.microsoft.com/office/drawing/2014/main" id="{E70AE6A9-0BA9-4428-A0FF-CC27C19A619C}"/>
              </a:ext>
            </a:extLst>
          </p:cNvPr>
          <p:cNvSpPr>
            <a:spLocks xmlns:a="http://schemas.openxmlformats.org/drawingml/2006/main" noGrp="1"/>
          </p:cNvSpPr>
          <p:nvPr/>
        </p:nvSpPr>
        <p:spPr>
          <a:xfrm xmlns:a="http://schemas.openxmlformats.org/drawingml/2006/main">
            <a:off x="685800" y="4991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77E"/>
                </a:solidFill>
                <a:latin typeface="Segoe UI"/>
                <a:ea typeface="Segoe UI"/>
                <a:cs typeface="Segoe UI"/>
              </a:defRPr>
            </a:defPPr>
            <a:lvl1pPr algn="l">
              <a:defRPr sz="1725" b="0">
                <a:solidFill>
                  <a:srgbClr val="53677E"/>
                </a:solidFill>
                <a:latin typeface="Segoe UI"/>
                <a:ea typeface="Segoe UI"/>
                <a:cs typeface="Segoe UI"/>
              </a:defRPr>
            </a:lvl1pPr>
            <a:lvl2pPr algn="l">
              <a:defRPr sz="1725" b="0">
                <a:solidFill>
                  <a:srgbClr val="53677E"/>
                </a:solidFill>
                <a:latin typeface="Segoe UI"/>
                <a:ea typeface="Segoe UI"/>
                <a:cs typeface="Segoe UI"/>
              </a:defRPr>
            </a:lvl2pPr>
            <a:lvl3pPr algn="l">
              <a:defRPr sz="1725" b="0">
                <a:solidFill>
                  <a:srgbClr val="53677E"/>
                </a:solidFill>
                <a:latin typeface="Segoe UI"/>
                <a:ea typeface="Segoe UI"/>
                <a:cs typeface="Segoe UI"/>
              </a:defRPr>
            </a:lvl3pPr>
            <a:lvl4pPr algn="l">
              <a:defRPr sz="1725" b="0">
                <a:solidFill>
                  <a:srgbClr val="53677E"/>
                </a:solidFill>
                <a:latin typeface="Segoe UI"/>
                <a:ea typeface="Segoe UI"/>
                <a:cs typeface="Segoe UI"/>
              </a:defRPr>
            </a:lvl4pPr>
            <a:lvl5pPr algn="l">
              <a:defRPr sz="1725" b="0">
                <a:solidFill>
                  <a:srgbClr val="53677E"/>
                </a:solidFill>
                <a:latin typeface="Segoe UI"/>
                <a:ea typeface="Segoe UI"/>
                <a:cs typeface="Segoe UI"/>
              </a:defRPr>
            </a:lvl5pPr>
            <a:lvl6pPr algn="l">
              <a:defRPr sz="1725" b="0">
                <a:solidFill>
                  <a:srgbClr val="53677E"/>
                </a:solidFill>
                <a:latin typeface="Segoe UI"/>
                <a:ea typeface="Segoe UI"/>
                <a:cs typeface="Segoe UI"/>
              </a:defRPr>
            </a:lvl6pPr>
            <a:lvl7pPr algn="l">
              <a:defRPr sz="1725" b="0">
                <a:solidFill>
                  <a:srgbClr val="53677E"/>
                </a:solidFill>
                <a:latin typeface="Segoe UI"/>
                <a:ea typeface="Segoe UI"/>
                <a:cs typeface="Segoe UI"/>
              </a:defRPr>
            </a:lvl7pPr>
            <a:lvl8pPr algn="l">
              <a:defRPr sz="1725" b="0">
                <a:solidFill>
                  <a:srgbClr val="53677E"/>
                </a:solidFill>
                <a:latin typeface="Segoe UI"/>
                <a:ea typeface="Segoe UI"/>
                <a:cs typeface="Segoe UI"/>
              </a:defRPr>
            </a:lvl8pPr>
            <a:lvl9pPr algn="l">
              <a:defRPr sz="1725" b="0">
                <a:solidFill>
                  <a:srgbClr val="53677E"/>
                </a:solidFill>
                <a:latin typeface="Segoe UI"/>
                <a:ea typeface="Segoe UI"/>
                <a:cs typeface="Segoe UI"/>
              </a:defRPr>
            </a:lvl9pPr>
          </a:lstStyle>
          <a:p xmlns:a="http://schemas.openxmlformats.org/drawingml/2006/main">
            <a:pPr algn="l">
              <a:defRPr sz="1725" b="0">
                <a:solidFill>
                  <a:srgbClr val="53677E"/>
                </a:solidFill>
                <a:latin typeface="Segoe UI"/>
                <a:ea typeface="Segoe UI"/>
                <a:cs typeface="Segoe UI"/>
              </a:defRPr>
            </a:pPr>
            <a:r>
              <a:rPr sz="1725" b="0">
                <a:solidFill>
                  <a:srgbClr val="53677E"/>
                </a:solidFill>
                <a:latin typeface="Segoe UI"/>
                <a:ea typeface="Segoe UI"/>
                <a:cs typeface="Segoe UI"/>
              </a:rPr>
              <a:t>The engineering evaluation is complete at 18 of 18 reserved equivalents</a:t>
            </a:r>
          </a:p>
        </p:txBody>
      </p:sp>
      <p:sp>
        <p:nvSpPr>
          <p:cNvPr id="11" name="text-gbcj3g-72-625">
            <a:extLst xmlns:a="http://schemas.openxmlformats.org/drawingml/2006/main">
              <a:ext uri="{FF2B5EF4-FFF2-40B4-BE49-F238E27FC236}">
                <a16:creationId xmlns:a16="http://schemas.microsoft.com/office/drawing/2014/main" id="{E1E4E10A-117D-44BA-93D6-E76D129B7D55}"/>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77E"/>
                </a:solidFill>
                <a:latin typeface="Segoe UI"/>
                <a:ea typeface="Segoe UI"/>
                <a:cs typeface="Segoe UI"/>
              </a:defRPr>
            </a:defPPr>
            <a:lvl1pPr algn="l">
              <a:defRPr sz="1425" b="0">
                <a:solidFill>
                  <a:srgbClr val="53677E"/>
                </a:solidFill>
                <a:latin typeface="Segoe UI"/>
                <a:ea typeface="Segoe UI"/>
                <a:cs typeface="Segoe UI"/>
              </a:defRPr>
            </a:lvl1pPr>
            <a:lvl2pPr algn="l">
              <a:defRPr sz="1425" b="0">
                <a:solidFill>
                  <a:srgbClr val="53677E"/>
                </a:solidFill>
                <a:latin typeface="Segoe UI"/>
                <a:ea typeface="Segoe UI"/>
                <a:cs typeface="Segoe UI"/>
              </a:defRPr>
            </a:lvl2pPr>
            <a:lvl3pPr algn="l">
              <a:defRPr sz="1425" b="0">
                <a:solidFill>
                  <a:srgbClr val="53677E"/>
                </a:solidFill>
                <a:latin typeface="Segoe UI"/>
                <a:ea typeface="Segoe UI"/>
                <a:cs typeface="Segoe UI"/>
              </a:defRPr>
            </a:lvl3pPr>
            <a:lvl4pPr algn="l">
              <a:defRPr sz="1425" b="0">
                <a:solidFill>
                  <a:srgbClr val="53677E"/>
                </a:solidFill>
                <a:latin typeface="Segoe UI"/>
                <a:ea typeface="Segoe UI"/>
                <a:cs typeface="Segoe UI"/>
              </a:defRPr>
            </a:lvl4pPr>
            <a:lvl5pPr algn="l">
              <a:defRPr sz="1425" b="0">
                <a:solidFill>
                  <a:srgbClr val="53677E"/>
                </a:solidFill>
                <a:latin typeface="Segoe UI"/>
                <a:ea typeface="Segoe UI"/>
                <a:cs typeface="Segoe UI"/>
              </a:defRPr>
            </a:lvl5pPr>
            <a:lvl6pPr algn="l">
              <a:defRPr sz="1425" b="0">
                <a:solidFill>
                  <a:srgbClr val="53677E"/>
                </a:solidFill>
                <a:latin typeface="Segoe UI"/>
                <a:ea typeface="Segoe UI"/>
                <a:cs typeface="Segoe UI"/>
              </a:defRPr>
            </a:lvl6pPr>
            <a:lvl7pPr algn="l">
              <a:defRPr sz="1425" b="0">
                <a:solidFill>
                  <a:srgbClr val="53677E"/>
                </a:solidFill>
                <a:latin typeface="Segoe UI"/>
                <a:ea typeface="Segoe UI"/>
                <a:cs typeface="Segoe UI"/>
              </a:defRPr>
            </a:lvl7pPr>
            <a:lvl8pPr algn="l">
              <a:defRPr sz="1425" b="0">
                <a:solidFill>
                  <a:srgbClr val="53677E"/>
                </a:solidFill>
                <a:latin typeface="Segoe UI"/>
                <a:ea typeface="Segoe UI"/>
                <a:cs typeface="Segoe UI"/>
              </a:defRPr>
            </a:lvl8pPr>
            <a:lvl9pPr algn="l">
              <a:defRPr sz="1425" b="0">
                <a:solidFill>
                  <a:srgbClr val="53677E"/>
                </a:solidFill>
                <a:latin typeface="Segoe UI"/>
                <a:ea typeface="Segoe UI"/>
                <a:cs typeface="Segoe UI"/>
              </a:defRPr>
            </a:lvl9pPr>
          </a:lstStyle>
          <a:p xmlns:a="http://schemas.openxmlformats.org/drawingml/2006/main">
            <a:pPr algn="l">
              <a:defRPr sz="1425" b="0">
                <a:solidFill>
                  <a:srgbClr val="53677E"/>
                </a:solidFill>
                <a:latin typeface="Segoe UI"/>
                <a:ea typeface="Segoe UI"/>
                <a:cs typeface="Segoe UI"/>
              </a:defRPr>
            </a:pPr>
            <a:r>
              <a:rPr sz="1425" b="0">
                <a:solidFill>
                  <a:srgbClr val="53677E"/>
                </a:solidFill>
                <a:latin typeface="Segoe UI"/>
                <a:ea typeface="Segoe UI"/>
                <a:cs typeface="Segoe UI"/>
              </a:rPr>
              <a:t>Verified for a controlled hackathon demonstration. Production enterprise readiness remains unestablished.</a:t>
            </a:r>
          </a:p>
        </p:txBody>
      </p:sp>
    </p:spTree>
    <p:extLst>
      <p:ext uri="{BB962C8B-B14F-4D97-AF65-F5344CB8AC3E}">
        <p14:creationId xmlns:p14="http://schemas.microsoft.com/office/powerpoint/2010/main" val="664013042"/>
      </p:ext>
    </p:extLst>
  </p:cSld>
</p:sld>
</file>

<file path=ppt/slides/slide13.xml><?xml version="1.0" encoding="utf-8"?>
<p:sld xmlns:p="http://schemas.openxmlformats.org/presentationml/2006/main">
  <p:cSld>
    <p:bg>
      <p:bgPr>
        <a:solidFill xmlns:a="http://schemas.openxmlformats.org/drawingml/2006/main">
          <a:srgbClr val="102138"/>
        </a:solidFill>
      </p:bgPr>
    </p:bg>
    <p:spTree>
      <p:nvGrpSpPr>
        <p:cNvPr id="1" name=""/>
        <p:cNvGrpSpPr/>
        <p:nvPr/>
      </p:nvGrpSpPr>
      <p:grpSpPr>
        <a:xfrm xmlns:a="http://schemas.openxmlformats.org/drawingml/2006/main"/>
      </p:grpSpPr>
      <p:sp>
        <p:nvSpPr>
          <p:cNvPr id="9" name="text-cg30tg-72-52">
            <a:extLst xmlns:a="http://schemas.openxmlformats.org/drawingml/2006/main">
              <a:ext uri="{FF2B5EF4-FFF2-40B4-BE49-F238E27FC236}">
                <a16:creationId xmlns:a16="http://schemas.microsoft.com/office/drawing/2014/main" id="{4273FB97-88DF-4071-B2DD-1E916FF03E6D}"/>
              </a:ext>
            </a:extLst>
          </p:cNvPr>
          <p:cNvSpPr>
            <a:spLocks xmlns:a="http://schemas.openxmlformats.org/drawingml/2006/main" noGrp="1"/>
          </p:cNvSpPr>
          <p:nvPr/>
        </p:nvSpPr>
        <p:spPr>
          <a:xfrm xmlns:a="http://schemas.openxmlformats.org/drawingml/2006/main">
            <a:off x="685800" y="4953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Segoe UI"/>
                <a:ea typeface="Segoe UI"/>
                <a:cs typeface="Segoe UI"/>
              </a:defRPr>
            </a:defPPr>
            <a:lvl1pPr algn="l">
              <a:defRPr sz="3450" b="1">
                <a:solidFill>
                  <a:srgbClr val="FFFFFF"/>
                </a:solidFill>
                <a:latin typeface="Segoe UI"/>
                <a:ea typeface="Segoe UI"/>
                <a:cs typeface="Segoe UI"/>
              </a:defRPr>
            </a:lvl1pPr>
            <a:lvl2pPr algn="l">
              <a:defRPr sz="3450" b="1">
                <a:solidFill>
                  <a:srgbClr val="FFFFFF"/>
                </a:solidFill>
                <a:latin typeface="Segoe UI"/>
                <a:ea typeface="Segoe UI"/>
                <a:cs typeface="Segoe UI"/>
              </a:defRPr>
            </a:lvl2pPr>
            <a:lvl3pPr algn="l">
              <a:defRPr sz="3450" b="1">
                <a:solidFill>
                  <a:srgbClr val="FFFFFF"/>
                </a:solidFill>
                <a:latin typeface="Segoe UI"/>
                <a:ea typeface="Segoe UI"/>
                <a:cs typeface="Segoe UI"/>
              </a:defRPr>
            </a:lvl3pPr>
            <a:lvl4pPr algn="l">
              <a:defRPr sz="3450" b="1">
                <a:solidFill>
                  <a:srgbClr val="FFFFFF"/>
                </a:solidFill>
                <a:latin typeface="Segoe UI"/>
                <a:ea typeface="Segoe UI"/>
                <a:cs typeface="Segoe UI"/>
              </a:defRPr>
            </a:lvl4pPr>
            <a:lvl5pPr algn="l">
              <a:defRPr sz="3450" b="1">
                <a:solidFill>
                  <a:srgbClr val="FFFFFF"/>
                </a:solidFill>
                <a:latin typeface="Segoe UI"/>
                <a:ea typeface="Segoe UI"/>
                <a:cs typeface="Segoe UI"/>
              </a:defRPr>
            </a:lvl5pPr>
            <a:lvl6pPr algn="l">
              <a:defRPr sz="3450" b="1">
                <a:solidFill>
                  <a:srgbClr val="FFFFFF"/>
                </a:solidFill>
                <a:latin typeface="Segoe UI"/>
                <a:ea typeface="Segoe UI"/>
                <a:cs typeface="Segoe UI"/>
              </a:defRPr>
            </a:lvl6pPr>
            <a:lvl7pPr algn="l">
              <a:defRPr sz="3450" b="1">
                <a:solidFill>
                  <a:srgbClr val="FFFFFF"/>
                </a:solidFill>
                <a:latin typeface="Segoe UI"/>
                <a:ea typeface="Segoe UI"/>
                <a:cs typeface="Segoe UI"/>
              </a:defRPr>
            </a:lvl7pPr>
            <a:lvl8pPr algn="l">
              <a:defRPr sz="3450" b="1">
                <a:solidFill>
                  <a:srgbClr val="FFFFFF"/>
                </a:solidFill>
                <a:latin typeface="Segoe UI"/>
                <a:ea typeface="Segoe UI"/>
                <a:cs typeface="Segoe UI"/>
              </a:defRPr>
            </a:lvl8pPr>
            <a:lvl9pPr algn="l">
              <a:defRPr sz="3450" b="1">
                <a:solidFill>
                  <a:srgbClr val="FFFFFF"/>
                </a:solidFill>
                <a:latin typeface="Segoe UI"/>
                <a:ea typeface="Segoe UI"/>
                <a:cs typeface="Segoe UI"/>
              </a:defRPr>
            </a:lvl9pPr>
          </a:lstStyle>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BatchFence</a:t>
            </a:r>
          </a:p>
        </p:txBody>
      </p:sp>
      <p:sp>
        <p:nvSpPr>
          <p:cNvPr id="2" name="text-cg30tg-1160-672">
            <a:extLst xmlns:a="http://schemas.openxmlformats.org/drawingml/2006/main">
              <a:ext uri="{FF2B5EF4-FFF2-40B4-BE49-F238E27FC236}">
                <a16:creationId xmlns:a16="http://schemas.microsoft.com/office/drawing/2014/main" id="{1EC8AF95-B0C7-4817-929F-A027CBBA8A11}"/>
              </a:ext>
            </a:extLst>
          </p:cNvPr>
          <p:cNvSpPr>
            <a:spLocks xmlns:a="http://schemas.openxmlformats.org/drawingml/2006/main" noGrp="1"/>
          </p:cNvSpPr>
          <p:nvPr/>
        </p:nvSpPr>
        <p:spPr>
          <a:xfrm xmlns:a="http://schemas.openxmlformats.org/drawingml/2006/main">
            <a:off x="11049000" y="640080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9BBCF"/>
                </a:solidFill>
                <a:latin typeface="Segoe UI"/>
                <a:ea typeface="Segoe UI"/>
                <a:cs typeface="Segoe UI"/>
              </a:defRPr>
            </a:defPPr>
            <a:lvl1pPr algn="l">
              <a:defRPr sz="1275" b="0">
                <a:solidFill>
                  <a:srgbClr val="A9BBCF"/>
                </a:solidFill>
                <a:latin typeface="Segoe UI"/>
                <a:ea typeface="Segoe UI"/>
                <a:cs typeface="Segoe UI"/>
              </a:defRPr>
            </a:lvl1pPr>
            <a:lvl2pPr algn="l">
              <a:defRPr sz="1275" b="0">
                <a:solidFill>
                  <a:srgbClr val="A9BBCF"/>
                </a:solidFill>
                <a:latin typeface="Segoe UI"/>
                <a:ea typeface="Segoe UI"/>
                <a:cs typeface="Segoe UI"/>
              </a:defRPr>
            </a:lvl2pPr>
            <a:lvl3pPr algn="l">
              <a:defRPr sz="1275" b="0">
                <a:solidFill>
                  <a:srgbClr val="A9BBCF"/>
                </a:solidFill>
                <a:latin typeface="Segoe UI"/>
                <a:ea typeface="Segoe UI"/>
                <a:cs typeface="Segoe UI"/>
              </a:defRPr>
            </a:lvl3pPr>
            <a:lvl4pPr algn="l">
              <a:defRPr sz="1275" b="0">
                <a:solidFill>
                  <a:srgbClr val="A9BBCF"/>
                </a:solidFill>
                <a:latin typeface="Segoe UI"/>
                <a:ea typeface="Segoe UI"/>
                <a:cs typeface="Segoe UI"/>
              </a:defRPr>
            </a:lvl4pPr>
            <a:lvl5pPr algn="l">
              <a:defRPr sz="1275" b="0">
                <a:solidFill>
                  <a:srgbClr val="A9BBCF"/>
                </a:solidFill>
                <a:latin typeface="Segoe UI"/>
                <a:ea typeface="Segoe UI"/>
                <a:cs typeface="Segoe UI"/>
              </a:defRPr>
            </a:lvl5pPr>
            <a:lvl6pPr algn="l">
              <a:defRPr sz="1275" b="0">
                <a:solidFill>
                  <a:srgbClr val="A9BBCF"/>
                </a:solidFill>
                <a:latin typeface="Segoe UI"/>
                <a:ea typeface="Segoe UI"/>
                <a:cs typeface="Segoe UI"/>
              </a:defRPr>
            </a:lvl6pPr>
            <a:lvl7pPr algn="l">
              <a:defRPr sz="1275" b="0">
                <a:solidFill>
                  <a:srgbClr val="A9BBCF"/>
                </a:solidFill>
                <a:latin typeface="Segoe UI"/>
                <a:ea typeface="Segoe UI"/>
                <a:cs typeface="Segoe UI"/>
              </a:defRPr>
            </a:lvl7pPr>
            <a:lvl8pPr algn="l">
              <a:defRPr sz="1275" b="0">
                <a:solidFill>
                  <a:srgbClr val="A9BBCF"/>
                </a:solidFill>
                <a:latin typeface="Segoe UI"/>
                <a:ea typeface="Segoe UI"/>
                <a:cs typeface="Segoe UI"/>
              </a:defRPr>
            </a:lvl8pPr>
            <a:lvl9pPr algn="l">
              <a:defRPr sz="1275" b="0">
                <a:solidFill>
                  <a:srgbClr val="A9BBCF"/>
                </a:solidFill>
                <a:latin typeface="Segoe UI"/>
                <a:ea typeface="Segoe UI"/>
                <a:cs typeface="Segoe UI"/>
              </a:defRPr>
            </a:lvl9pPr>
          </a:lstStyle>
          <a:p xmlns:a="http://schemas.openxmlformats.org/drawingml/2006/main">
            <a:pPr algn="l">
              <a:defRPr sz="1275" b="0">
                <a:solidFill>
                  <a:srgbClr val="A9BBCF"/>
                </a:solidFill>
                <a:latin typeface="Segoe UI"/>
                <a:ea typeface="Segoe UI"/>
                <a:cs typeface="Segoe UI"/>
              </a:defRPr>
            </a:pPr>
            <a:r>
              <a:rPr sz="1275" b="0">
                <a:solidFill>
                  <a:srgbClr val="A9BBCF"/>
                </a:solidFill>
                <a:latin typeface="Segoe UI"/>
                <a:ea typeface="Segoe UI"/>
                <a:cs typeface="Segoe UI"/>
              </a:rPr>
              <a:t>13</a:t>
            </a:r>
          </a:p>
        </p:txBody>
      </p:sp>
      <p:sp>
        <p:nvSpPr>
          <p:cNvPr id="3" name="text-cg30tg-72-191">
            <a:extLst xmlns:a="http://schemas.openxmlformats.org/drawingml/2006/main">
              <a:ext uri="{FF2B5EF4-FFF2-40B4-BE49-F238E27FC236}">
                <a16:creationId xmlns:a16="http://schemas.microsoft.com/office/drawing/2014/main" id="{FBFFF49A-62D5-47A9-A7B6-2C32AADB5284}"/>
              </a:ext>
            </a:extLst>
          </p:cNvPr>
          <p:cNvSpPr>
            <a:spLocks xmlns:a="http://schemas.openxmlformats.org/drawingml/2006/main" noGrp="1"/>
          </p:cNvSpPr>
          <p:nvPr/>
        </p:nvSpPr>
        <p:spPr>
          <a:xfrm xmlns:a="http://schemas.openxmlformats.org/drawingml/2006/main">
            <a:off x="685800" y="1819275"/>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FFFFF"/>
                </a:solidFill>
                <a:latin typeface="Segoe UI"/>
                <a:ea typeface="Segoe UI"/>
                <a:cs typeface="Segoe UI"/>
              </a:defRPr>
            </a:defPPr>
            <a:lvl1pPr algn="l">
              <a:defRPr sz="3750" b="1">
                <a:solidFill>
                  <a:srgbClr val="FFFFFF"/>
                </a:solidFill>
                <a:latin typeface="Segoe UI"/>
                <a:ea typeface="Segoe UI"/>
                <a:cs typeface="Segoe UI"/>
              </a:defRPr>
            </a:lvl1pPr>
            <a:lvl2pPr algn="l">
              <a:defRPr sz="3750" b="1">
                <a:solidFill>
                  <a:srgbClr val="FFFFFF"/>
                </a:solidFill>
                <a:latin typeface="Segoe UI"/>
                <a:ea typeface="Segoe UI"/>
                <a:cs typeface="Segoe UI"/>
              </a:defRPr>
            </a:lvl2pPr>
            <a:lvl3pPr algn="l">
              <a:defRPr sz="3750" b="1">
                <a:solidFill>
                  <a:srgbClr val="FFFFFF"/>
                </a:solidFill>
                <a:latin typeface="Segoe UI"/>
                <a:ea typeface="Segoe UI"/>
                <a:cs typeface="Segoe UI"/>
              </a:defRPr>
            </a:lvl3pPr>
            <a:lvl4pPr algn="l">
              <a:defRPr sz="3750" b="1">
                <a:solidFill>
                  <a:srgbClr val="FFFFFF"/>
                </a:solidFill>
                <a:latin typeface="Segoe UI"/>
                <a:ea typeface="Segoe UI"/>
                <a:cs typeface="Segoe UI"/>
              </a:defRPr>
            </a:lvl4pPr>
            <a:lvl5pPr algn="l">
              <a:defRPr sz="3750" b="1">
                <a:solidFill>
                  <a:srgbClr val="FFFFFF"/>
                </a:solidFill>
                <a:latin typeface="Segoe UI"/>
                <a:ea typeface="Segoe UI"/>
                <a:cs typeface="Segoe UI"/>
              </a:defRPr>
            </a:lvl5pPr>
            <a:lvl6pPr algn="l">
              <a:defRPr sz="3750" b="1">
                <a:solidFill>
                  <a:srgbClr val="FFFFFF"/>
                </a:solidFill>
                <a:latin typeface="Segoe UI"/>
                <a:ea typeface="Segoe UI"/>
                <a:cs typeface="Segoe UI"/>
              </a:defRPr>
            </a:lvl6pPr>
            <a:lvl7pPr algn="l">
              <a:defRPr sz="3750" b="1">
                <a:solidFill>
                  <a:srgbClr val="FFFFFF"/>
                </a:solidFill>
                <a:latin typeface="Segoe UI"/>
                <a:ea typeface="Segoe UI"/>
                <a:cs typeface="Segoe UI"/>
              </a:defRPr>
            </a:lvl7pPr>
            <a:lvl8pPr algn="l">
              <a:defRPr sz="3750" b="1">
                <a:solidFill>
                  <a:srgbClr val="FFFFFF"/>
                </a:solidFill>
                <a:latin typeface="Segoe UI"/>
                <a:ea typeface="Segoe UI"/>
                <a:cs typeface="Segoe UI"/>
              </a:defRPr>
            </a:lvl8pPr>
            <a:lvl9pPr algn="l">
              <a:defRPr sz="3750" b="1">
                <a:solidFill>
                  <a:srgbClr val="FFFFFF"/>
                </a:solidFill>
                <a:latin typeface="Segoe UI"/>
                <a:ea typeface="Segoe UI"/>
                <a:cs typeface="Segoe UI"/>
              </a:defRPr>
            </a:lvl9pPr>
          </a:lstStyle>
          <a:p xmlns:a="http://schemas.openxmlformats.org/drawingml/2006/main">
            <a:pPr algn="l">
              <a:defRPr sz="3750" b="1">
                <a:solidFill>
                  <a:srgbClr val="FFFFFF"/>
                </a:solidFill>
                <a:latin typeface="Segoe UI"/>
                <a:ea typeface="Segoe UI"/>
                <a:cs typeface="Segoe UI"/>
              </a:defRPr>
            </a:pPr>
            <a:r>
              <a:rPr sz="3750" b="1">
                <a:solidFill>
                  <a:srgbClr val="FFFFFF"/>
                </a:solidFill>
                <a:latin typeface="Segoe UI"/>
                <a:ea typeface="Segoe UI"/>
                <a:cs typeface="Segoe UI"/>
              </a:rPr>
              <a:t>A reviewed decision with an evidence trail</a:t>
            </a:r>
          </a:p>
        </p:txBody>
      </p:sp>
      <p:sp>
        <p:nvSpPr>
          <p:cNvPr id="4" name="text-cg30tg-76-379">
            <a:extLst xmlns:a="http://schemas.openxmlformats.org/drawingml/2006/main">
              <a:ext uri="{FF2B5EF4-FFF2-40B4-BE49-F238E27FC236}">
                <a16:creationId xmlns:a16="http://schemas.microsoft.com/office/drawing/2014/main" id="{538B545B-747A-4558-9A92-4CCC69823DC8}"/>
              </a:ext>
            </a:extLst>
          </p:cNvPr>
          <p:cNvSpPr>
            <a:spLocks xmlns:a="http://schemas.openxmlformats.org/drawingml/2006/main" noGrp="1"/>
          </p:cNvSpPr>
          <p:nvPr/>
        </p:nvSpPr>
        <p:spPr>
          <a:xfrm xmlns:a="http://schemas.openxmlformats.org/drawingml/2006/main">
            <a:off x="723900" y="3609975"/>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8DCD7"/>
                </a:solidFill>
                <a:latin typeface="Segoe UI"/>
                <a:ea typeface="Segoe UI"/>
                <a:cs typeface="Segoe UI"/>
              </a:defRPr>
            </a:defPPr>
            <a:lvl1pPr algn="l">
              <a:defRPr sz="1725" b="1">
                <a:solidFill>
                  <a:srgbClr val="A8DCD7"/>
                </a:solidFill>
                <a:latin typeface="Segoe UI"/>
                <a:ea typeface="Segoe UI"/>
                <a:cs typeface="Segoe UI"/>
              </a:defRPr>
            </a:lvl1pPr>
            <a:lvl2pPr algn="l">
              <a:defRPr sz="1725" b="1">
                <a:solidFill>
                  <a:srgbClr val="A8DCD7"/>
                </a:solidFill>
                <a:latin typeface="Segoe UI"/>
                <a:ea typeface="Segoe UI"/>
                <a:cs typeface="Segoe UI"/>
              </a:defRPr>
            </a:lvl2pPr>
            <a:lvl3pPr algn="l">
              <a:defRPr sz="1725" b="1">
                <a:solidFill>
                  <a:srgbClr val="A8DCD7"/>
                </a:solidFill>
                <a:latin typeface="Segoe UI"/>
                <a:ea typeface="Segoe UI"/>
                <a:cs typeface="Segoe UI"/>
              </a:defRPr>
            </a:lvl3pPr>
            <a:lvl4pPr algn="l">
              <a:defRPr sz="1725" b="1">
                <a:solidFill>
                  <a:srgbClr val="A8DCD7"/>
                </a:solidFill>
                <a:latin typeface="Segoe UI"/>
                <a:ea typeface="Segoe UI"/>
                <a:cs typeface="Segoe UI"/>
              </a:defRPr>
            </a:lvl4pPr>
            <a:lvl5pPr algn="l">
              <a:defRPr sz="1725" b="1">
                <a:solidFill>
                  <a:srgbClr val="A8DCD7"/>
                </a:solidFill>
                <a:latin typeface="Segoe UI"/>
                <a:ea typeface="Segoe UI"/>
                <a:cs typeface="Segoe UI"/>
              </a:defRPr>
            </a:lvl5pPr>
            <a:lvl6pPr algn="l">
              <a:defRPr sz="1725" b="1">
                <a:solidFill>
                  <a:srgbClr val="A8DCD7"/>
                </a:solidFill>
                <a:latin typeface="Segoe UI"/>
                <a:ea typeface="Segoe UI"/>
                <a:cs typeface="Segoe UI"/>
              </a:defRPr>
            </a:lvl6pPr>
            <a:lvl7pPr algn="l">
              <a:defRPr sz="1725" b="1">
                <a:solidFill>
                  <a:srgbClr val="A8DCD7"/>
                </a:solidFill>
                <a:latin typeface="Segoe UI"/>
                <a:ea typeface="Segoe UI"/>
                <a:cs typeface="Segoe UI"/>
              </a:defRPr>
            </a:lvl7pPr>
            <a:lvl8pPr algn="l">
              <a:defRPr sz="1725" b="1">
                <a:solidFill>
                  <a:srgbClr val="A8DCD7"/>
                </a:solidFill>
                <a:latin typeface="Segoe UI"/>
                <a:ea typeface="Segoe UI"/>
                <a:cs typeface="Segoe UI"/>
              </a:defRPr>
            </a:lvl8pPr>
            <a:lvl9pPr algn="l">
              <a:defRPr sz="1725" b="1">
                <a:solidFill>
                  <a:srgbClr val="A8DCD7"/>
                </a:solidFill>
                <a:latin typeface="Segoe UI"/>
                <a:ea typeface="Segoe UI"/>
                <a:cs typeface="Segoe UI"/>
              </a:defRPr>
            </a:lvl9pPr>
          </a:lstStyle>
          <a:p xmlns:a="http://schemas.openxmlformats.org/drawingml/2006/main">
            <a:pPr algn="l">
              <a:defRPr sz="1725" b="1">
                <a:solidFill>
                  <a:srgbClr val="A8DCD7"/>
                </a:solidFill>
                <a:latin typeface="Segoe UI"/>
                <a:ea typeface="Segoe UI"/>
                <a:cs typeface="Segoe UI"/>
              </a:defRPr>
            </a:pPr>
            <a:r>
              <a:rPr sz="1725" b="1">
                <a:solidFill>
                  <a:srgbClr val="A8DCD7"/>
                </a:solidFill>
                <a:latin typeface="Segoe UI"/>
                <a:ea typeface="Segoe UI"/>
                <a:cs typeface="Segoe UI"/>
              </a:rPr>
              <a:t>Web application</a:t>
            </a:r>
          </a:p>
        </p:txBody>
      </p:sp>
      <p:sp>
        <p:nvSpPr>
          <p:cNvPr id="5" name="text-cg30tg-76-425">
            <a:extLst xmlns:a="http://schemas.openxmlformats.org/drawingml/2006/main">
              <a:ext uri="{FF2B5EF4-FFF2-40B4-BE49-F238E27FC236}">
                <a16:creationId xmlns:a16="http://schemas.microsoft.com/office/drawing/2014/main" id="{71909E42-BA0A-4D31-B3F0-1D5C38F9C116}"/>
              </a:ext>
            </a:extLst>
          </p:cNvPr>
          <p:cNvSpPr>
            <a:spLocks xmlns:a="http://schemas.openxmlformats.org/drawingml/2006/main" noGrp="1"/>
          </p:cNvSpPr>
          <p:nvPr/>
        </p:nvSpPr>
        <p:spPr>
          <a:xfrm xmlns:a="http://schemas.openxmlformats.org/drawingml/2006/main">
            <a:off x="723900" y="40481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FFFFFF"/>
                </a:solidFill>
                <a:latin typeface="Segoe UI"/>
                <a:ea typeface="Segoe UI"/>
                <a:cs typeface="Segoe UI"/>
              </a:defRPr>
            </a:defPPr>
            <a:lvl1pPr algn="l">
              <a:defRPr sz="2625" b="0">
                <a:solidFill>
                  <a:srgbClr val="FFFFFF"/>
                </a:solidFill>
                <a:latin typeface="Segoe UI"/>
                <a:ea typeface="Segoe UI"/>
                <a:cs typeface="Segoe UI"/>
              </a:defRPr>
            </a:lvl1pPr>
            <a:lvl2pPr algn="l">
              <a:defRPr sz="2625" b="0">
                <a:solidFill>
                  <a:srgbClr val="FFFFFF"/>
                </a:solidFill>
                <a:latin typeface="Segoe UI"/>
                <a:ea typeface="Segoe UI"/>
                <a:cs typeface="Segoe UI"/>
              </a:defRPr>
            </a:lvl2pPr>
            <a:lvl3pPr algn="l">
              <a:defRPr sz="2625" b="0">
                <a:solidFill>
                  <a:srgbClr val="FFFFFF"/>
                </a:solidFill>
                <a:latin typeface="Segoe UI"/>
                <a:ea typeface="Segoe UI"/>
                <a:cs typeface="Segoe UI"/>
              </a:defRPr>
            </a:lvl3pPr>
            <a:lvl4pPr algn="l">
              <a:defRPr sz="2625" b="0">
                <a:solidFill>
                  <a:srgbClr val="FFFFFF"/>
                </a:solidFill>
                <a:latin typeface="Segoe UI"/>
                <a:ea typeface="Segoe UI"/>
                <a:cs typeface="Segoe UI"/>
              </a:defRPr>
            </a:lvl4pPr>
            <a:lvl5pPr algn="l">
              <a:defRPr sz="2625" b="0">
                <a:solidFill>
                  <a:srgbClr val="FFFFFF"/>
                </a:solidFill>
                <a:latin typeface="Segoe UI"/>
                <a:ea typeface="Segoe UI"/>
                <a:cs typeface="Segoe UI"/>
              </a:defRPr>
            </a:lvl5pPr>
            <a:lvl6pPr algn="l">
              <a:defRPr sz="2625" b="0">
                <a:solidFill>
                  <a:srgbClr val="FFFFFF"/>
                </a:solidFill>
                <a:latin typeface="Segoe UI"/>
                <a:ea typeface="Segoe UI"/>
                <a:cs typeface="Segoe UI"/>
              </a:defRPr>
            </a:lvl6pPr>
            <a:lvl7pPr algn="l">
              <a:defRPr sz="2625" b="0">
                <a:solidFill>
                  <a:srgbClr val="FFFFFF"/>
                </a:solidFill>
                <a:latin typeface="Segoe UI"/>
                <a:ea typeface="Segoe UI"/>
                <a:cs typeface="Segoe UI"/>
              </a:defRPr>
            </a:lvl7pPr>
            <a:lvl8pPr algn="l">
              <a:defRPr sz="2625" b="0">
                <a:solidFill>
                  <a:srgbClr val="FFFFFF"/>
                </a:solidFill>
                <a:latin typeface="Segoe UI"/>
                <a:ea typeface="Segoe UI"/>
                <a:cs typeface="Segoe UI"/>
              </a:defRPr>
            </a:lvl8pPr>
            <a:lvl9pPr algn="l">
              <a:defRPr sz="2625" b="0">
                <a:solidFill>
                  <a:srgbClr val="FFFFFF"/>
                </a:solidFill>
                <a:latin typeface="Segoe UI"/>
                <a:ea typeface="Segoe UI"/>
                <a:cs typeface="Segoe UI"/>
              </a:defRPr>
            </a:lvl9pPr>
          </a:lstStyle>
          <a:p xmlns:a="http://schemas.openxmlformats.org/drawingml/2006/main">
            <a:pPr algn="l">
              <a:defRPr sz="2625" b="0">
                <a:solidFill>
                  <a:srgbClr val="FFFFFF"/>
                </a:solidFill>
                <a:latin typeface="Segoe UI"/>
                <a:ea typeface="Segoe UI"/>
                <a:cs typeface="Segoe UI"/>
              </a:defRPr>
            </a:pPr>
            <a:r>
              <a:rPr sz="2625" b="0">
                <a:solidFill>
                  <a:srgbClr val="FFFFFF"/>
                </a:solidFill>
                <a:latin typeface="Segoe UI"/>
                <a:ea typeface="Segoe UI"/>
                <a:cs typeface="Segoe UI"/>
              </a:rPr>
              <a:t>batchfence.onrender.com</a:t>
            </a:r>
          </a:p>
        </p:txBody>
      </p:sp>
      <p:sp>
        <p:nvSpPr>
          <p:cNvPr id="6" name="text-cg30tg-76-518">
            <a:extLst xmlns:a="http://schemas.openxmlformats.org/drawingml/2006/main">
              <a:ext uri="{FF2B5EF4-FFF2-40B4-BE49-F238E27FC236}">
                <a16:creationId xmlns:a16="http://schemas.microsoft.com/office/drawing/2014/main" id="{B9E77C07-45FE-40D6-82FE-D0F13766A69D}"/>
              </a:ext>
            </a:extLst>
          </p:cNvPr>
          <p:cNvSpPr>
            <a:spLocks xmlns:a="http://schemas.openxmlformats.org/drawingml/2006/main" noGrp="1"/>
          </p:cNvSpPr>
          <p:nvPr/>
        </p:nvSpPr>
        <p:spPr>
          <a:xfrm xmlns:a="http://schemas.openxmlformats.org/drawingml/2006/main">
            <a:off x="723900" y="49339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8DCD7"/>
                </a:solidFill>
                <a:latin typeface="Segoe UI"/>
                <a:ea typeface="Segoe UI"/>
                <a:cs typeface="Segoe UI"/>
              </a:defRPr>
            </a:defPPr>
            <a:lvl1pPr algn="l">
              <a:defRPr sz="1725" b="1">
                <a:solidFill>
                  <a:srgbClr val="A8DCD7"/>
                </a:solidFill>
                <a:latin typeface="Segoe UI"/>
                <a:ea typeface="Segoe UI"/>
                <a:cs typeface="Segoe UI"/>
              </a:defRPr>
            </a:lvl1pPr>
            <a:lvl2pPr algn="l">
              <a:defRPr sz="1725" b="1">
                <a:solidFill>
                  <a:srgbClr val="A8DCD7"/>
                </a:solidFill>
                <a:latin typeface="Segoe UI"/>
                <a:ea typeface="Segoe UI"/>
                <a:cs typeface="Segoe UI"/>
              </a:defRPr>
            </a:lvl2pPr>
            <a:lvl3pPr algn="l">
              <a:defRPr sz="1725" b="1">
                <a:solidFill>
                  <a:srgbClr val="A8DCD7"/>
                </a:solidFill>
                <a:latin typeface="Segoe UI"/>
                <a:ea typeface="Segoe UI"/>
                <a:cs typeface="Segoe UI"/>
              </a:defRPr>
            </a:lvl3pPr>
            <a:lvl4pPr algn="l">
              <a:defRPr sz="1725" b="1">
                <a:solidFill>
                  <a:srgbClr val="A8DCD7"/>
                </a:solidFill>
                <a:latin typeface="Segoe UI"/>
                <a:ea typeface="Segoe UI"/>
                <a:cs typeface="Segoe UI"/>
              </a:defRPr>
            </a:lvl4pPr>
            <a:lvl5pPr algn="l">
              <a:defRPr sz="1725" b="1">
                <a:solidFill>
                  <a:srgbClr val="A8DCD7"/>
                </a:solidFill>
                <a:latin typeface="Segoe UI"/>
                <a:ea typeface="Segoe UI"/>
                <a:cs typeface="Segoe UI"/>
              </a:defRPr>
            </a:lvl5pPr>
            <a:lvl6pPr algn="l">
              <a:defRPr sz="1725" b="1">
                <a:solidFill>
                  <a:srgbClr val="A8DCD7"/>
                </a:solidFill>
                <a:latin typeface="Segoe UI"/>
                <a:ea typeface="Segoe UI"/>
                <a:cs typeface="Segoe UI"/>
              </a:defRPr>
            </a:lvl6pPr>
            <a:lvl7pPr algn="l">
              <a:defRPr sz="1725" b="1">
                <a:solidFill>
                  <a:srgbClr val="A8DCD7"/>
                </a:solidFill>
                <a:latin typeface="Segoe UI"/>
                <a:ea typeface="Segoe UI"/>
                <a:cs typeface="Segoe UI"/>
              </a:defRPr>
            </a:lvl7pPr>
            <a:lvl8pPr algn="l">
              <a:defRPr sz="1725" b="1">
                <a:solidFill>
                  <a:srgbClr val="A8DCD7"/>
                </a:solidFill>
                <a:latin typeface="Segoe UI"/>
                <a:ea typeface="Segoe UI"/>
                <a:cs typeface="Segoe UI"/>
              </a:defRPr>
            </a:lvl8pPr>
            <a:lvl9pPr algn="l">
              <a:defRPr sz="1725" b="1">
                <a:solidFill>
                  <a:srgbClr val="A8DCD7"/>
                </a:solidFill>
                <a:latin typeface="Segoe UI"/>
                <a:ea typeface="Segoe UI"/>
                <a:cs typeface="Segoe UI"/>
              </a:defRPr>
            </a:lvl9pPr>
          </a:lstStyle>
          <a:p xmlns:a="http://schemas.openxmlformats.org/drawingml/2006/main">
            <a:pPr algn="l">
              <a:defRPr sz="1725" b="1">
                <a:solidFill>
                  <a:srgbClr val="A8DCD7"/>
                </a:solidFill>
                <a:latin typeface="Segoe UI"/>
                <a:ea typeface="Segoe UI"/>
                <a:cs typeface="Segoe UI"/>
              </a:defRPr>
            </a:pPr>
            <a:r>
              <a:rPr sz="1725" b="1">
                <a:solidFill>
                  <a:srgbClr val="A8DCD7"/>
                </a:solidFill>
                <a:latin typeface="Segoe UI"/>
                <a:ea typeface="Segoe UI"/>
                <a:cs typeface="Segoe UI"/>
              </a:rPr>
              <a:t>Windows installer and source</a:t>
            </a:r>
          </a:p>
        </p:txBody>
      </p:sp>
      <p:sp>
        <p:nvSpPr>
          <p:cNvPr id="7" name="text-cg30tg-76-564">
            <a:extLst xmlns:a="http://schemas.openxmlformats.org/drawingml/2006/main">
              <a:ext uri="{FF2B5EF4-FFF2-40B4-BE49-F238E27FC236}">
                <a16:creationId xmlns:a16="http://schemas.microsoft.com/office/drawing/2014/main" id="{260A021A-5515-47E3-9A89-08461C3F3DF5}"/>
              </a:ext>
            </a:extLst>
          </p:cNvPr>
          <p:cNvSpPr>
            <a:spLocks xmlns:a="http://schemas.openxmlformats.org/drawingml/2006/main" noGrp="1"/>
          </p:cNvSpPr>
          <p:nvPr/>
        </p:nvSpPr>
        <p:spPr>
          <a:xfrm xmlns:a="http://schemas.openxmlformats.org/drawingml/2006/main">
            <a:off x="723900" y="5372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Segoe UI"/>
                <a:ea typeface="Segoe UI"/>
                <a:cs typeface="Segoe UI"/>
              </a:defRPr>
            </a:defPPr>
            <a:lvl1pPr algn="l">
              <a:defRPr sz="1950" b="0">
                <a:solidFill>
                  <a:srgbClr val="FFFFFF"/>
                </a:solidFill>
                <a:latin typeface="Segoe UI"/>
                <a:ea typeface="Segoe UI"/>
                <a:cs typeface="Segoe UI"/>
              </a:defRPr>
            </a:lvl1pPr>
            <a:lvl2pPr algn="l">
              <a:defRPr sz="1950" b="0">
                <a:solidFill>
                  <a:srgbClr val="FFFFFF"/>
                </a:solidFill>
                <a:latin typeface="Segoe UI"/>
                <a:ea typeface="Segoe UI"/>
                <a:cs typeface="Segoe UI"/>
              </a:defRPr>
            </a:lvl2pPr>
            <a:lvl3pPr algn="l">
              <a:defRPr sz="1950" b="0">
                <a:solidFill>
                  <a:srgbClr val="FFFFFF"/>
                </a:solidFill>
                <a:latin typeface="Segoe UI"/>
                <a:ea typeface="Segoe UI"/>
                <a:cs typeface="Segoe UI"/>
              </a:defRPr>
            </a:lvl3pPr>
            <a:lvl4pPr algn="l">
              <a:defRPr sz="1950" b="0">
                <a:solidFill>
                  <a:srgbClr val="FFFFFF"/>
                </a:solidFill>
                <a:latin typeface="Segoe UI"/>
                <a:ea typeface="Segoe UI"/>
                <a:cs typeface="Segoe UI"/>
              </a:defRPr>
            </a:lvl4pPr>
            <a:lvl5pPr algn="l">
              <a:defRPr sz="1950" b="0">
                <a:solidFill>
                  <a:srgbClr val="FFFFFF"/>
                </a:solidFill>
                <a:latin typeface="Segoe UI"/>
                <a:ea typeface="Segoe UI"/>
                <a:cs typeface="Segoe UI"/>
              </a:defRPr>
            </a:lvl5pPr>
            <a:lvl6pPr algn="l">
              <a:defRPr sz="1950" b="0">
                <a:solidFill>
                  <a:srgbClr val="FFFFFF"/>
                </a:solidFill>
                <a:latin typeface="Segoe UI"/>
                <a:ea typeface="Segoe UI"/>
                <a:cs typeface="Segoe UI"/>
              </a:defRPr>
            </a:lvl6pPr>
            <a:lvl7pPr algn="l">
              <a:defRPr sz="1950" b="0">
                <a:solidFill>
                  <a:srgbClr val="FFFFFF"/>
                </a:solidFill>
                <a:latin typeface="Segoe UI"/>
                <a:ea typeface="Segoe UI"/>
                <a:cs typeface="Segoe UI"/>
              </a:defRPr>
            </a:lvl7pPr>
            <a:lvl8pPr algn="l">
              <a:defRPr sz="1950" b="0">
                <a:solidFill>
                  <a:srgbClr val="FFFFFF"/>
                </a:solidFill>
                <a:latin typeface="Segoe UI"/>
                <a:ea typeface="Segoe UI"/>
                <a:cs typeface="Segoe UI"/>
              </a:defRPr>
            </a:lvl8pPr>
            <a:lvl9pPr algn="l">
              <a:defRPr sz="1950" b="0">
                <a:solidFill>
                  <a:srgbClr val="FFFFFF"/>
                </a:solidFill>
                <a:latin typeface="Segoe UI"/>
                <a:ea typeface="Segoe UI"/>
                <a:cs typeface="Segoe UI"/>
              </a:defRPr>
            </a:lvl9pPr>
          </a:lstStyle>
          <a:p xmlns:a="http://schemas.openxmlformats.org/drawingml/2006/main">
            <a:pPr algn="l">
              <a:defRPr sz="1950" b="0">
                <a:solidFill>
                  <a:srgbClr val="FFFFFF"/>
                </a:solidFill>
                <a:latin typeface="Segoe UI"/>
                <a:ea typeface="Segoe UI"/>
                <a:cs typeface="Segoe UI"/>
              </a:defRPr>
            </a:pPr>
            <a:r>
              <a:rPr sz="1950" b="0">
                <a:solidFill>
                  <a:srgbClr val="FFFFFF"/>
                </a:solidFill>
                <a:latin typeface="Segoe UI"/>
                <a:ea typeface="Segoe UI"/>
                <a:cs typeface="Segoe UI"/>
              </a:rPr>
              <a:t>github.com/NuraliKuzhagaliev/BatchFence/releases</a:t>
            </a:r>
          </a:p>
        </p:txBody>
      </p:sp>
      <p:sp>
        <p:nvSpPr>
          <p:cNvPr id="8" name="text-cg30tg-72-625">
            <a:extLst xmlns:a="http://schemas.openxmlformats.org/drawingml/2006/main">
              <a:ext uri="{FF2B5EF4-FFF2-40B4-BE49-F238E27FC236}">
                <a16:creationId xmlns:a16="http://schemas.microsoft.com/office/drawing/2014/main" id="{EF6B4C68-EE07-4CFA-8AD9-1BBE4359A6B1}"/>
              </a:ext>
            </a:extLst>
          </p:cNvPr>
          <p:cNvSpPr>
            <a:spLocks xmlns:a="http://schemas.openxmlformats.org/drawingml/2006/main" noGrp="1"/>
          </p:cNvSpPr>
          <p:nvPr/>
        </p:nvSpPr>
        <p:spPr>
          <a:xfrm xmlns:a="http://schemas.openxmlformats.org/drawingml/2006/main">
            <a:off x="685800" y="5953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C5D4E3"/>
                </a:solidFill>
                <a:latin typeface="Segoe UI"/>
                <a:ea typeface="Segoe UI"/>
                <a:cs typeface="Segoe UI"/>
              </a:defRPr>
            </a:defPPr>
            <a:lvl1pPr algn="l">
              <a:defRPr sz="1425" b="0">
                <a:solidFill>
                  <a:srgbClr val="C5D4E3"/>
                </a:solidFill>
                <a:latin typeface="Segoe UI"/>
                <a:ea typeface="Segoe UI"/>
                <a:cs typeface="Segoe UI"/>
              </a:defRPr>
            </a:lvl1pPr>
            <a:lvl2pPr algn="l">
              <a:defRPr sz="1425" b="0">
                <a:solidFill>
                  <a:srgbClr val="C5D4E3"/>
                </a:solidFill>
                <a:latin typeface="Segoe UI"/>
                <a:ea typeface="Segoe UI"/>
                <a:cs typeface="Segoe UI"/>
              </a:defRPr>
            </a:lvl2pPr>
            <a:lvl3pPr algn="l">
              <a:defRPr sz="1425" b="0">
                <a:solidFill>
                  <a:srgbClr val="C5D4E3"/>
                </a:solidFill>
                <a:latin typeface="Segoe UI"/>
                <a:ea typeface="Segoe UI"/>
                <a:cs typeface="Segoe UI"/>
              </a:defRPr>
            </a:lvl3pPr>
            <a:lvl4pPr algn="l">
              <a:defRPr sz="1425" b="0">
                <a:solidFill>
                  <a:srgbClr val="C5D4E3"/>
                </a:solidFill>
                <a:latin typeface="Segoe UI"/>
                <a:ea typeface="Segoe UI"/>
                <a:cs typeface="Segoe UI"/>
              </a:defRPr>
            </a:lvl4pPr>
            <a:lvl5pPr algn="l">
              <a:defRPr sz="1425" b="0">
                <a:solidFill>
                  <a:srgbClr val="C5D4E3"/>
                </a:solidFill>
                <a:latin typeface="Segoe UI"/>
                <a:ea typeface="Segoe UI"/>
                <a:cs typeface="Segoe UI"/>
              </a:defRPr>
            </a:lvl5pPr>
            <a:lvl6pPr algn="l">
              <a:defRPr sz="1425" b="0">
                <a:solidFill>
                  <a:srgbClr val="C5D4E3"/>
                </a:solidFill>
                <a:latin typeface="Segoe UI"/>
                <a:ea typeface="Segoe UI"/>
                <a:cs typeface="Segoe UI"/>
              </a:defRPr>
            </a:lvl6pPr>
            <a:lvl7pPr algn="l">
              <a:defRPr sz="1425" b="0">
                <a:solidFill>
                  <a:srgbClr val="C5D4E3"/>
                </a:solidFill>
                <a:latin typeface="Segoe UI"/>
                <a:ea typeface="Segoe UI"/>
                <a:cs typeface="Segoe UI"/>
              </a:defRPr>
            </a:lvl7pPr>
            <a:lvl8pPr algn="l">
              <a:defRPr sz="1425" b="0">
                <a:solidFill>
                  <a:srgbClr val="C5D4E3"/>
                </a:solidFill>
                <a:latin typeface="Segoe UI"/>
                <a:ea typeface="Segoe UI"/>
                <a:cs typeface="Segoe UI"/>
              </a:defRPr>
            </a:lvl8pPr>
            <a:lvl9pPr algn="l">
              <a:defRPr sz="1425" b="0">
                <a:solidFill>
                  <a:srgbClr val="C5D4E3"/>
                </a:solidFill>
                <a:latin typeface="Segoe UI"/>
                <a:ea typeface="Segoe UI"/>
                <a:cs typeface="Segoe UI"/>
              </a:defRPr>
            </a:lvl9pPr>
          </a:lstStyle>
          <a:p xmlns:a="http://schemas.openxmlformats.org/drawingml/2006/main">
            <a:pPr algn="l">
              <a:defRPr sz="1425" b="0">
                <a:solidFill>
                  <a:srgbClr val="C5D4E3"/>
                </a:solidFill>
                <a:latin typeface="Segoe UI"/>
                <a:ea typeface="Segoe UI"/>
                <a:cs typeface="Segoe UI"/>
              </a:defRPr>
            </a:pPr>
            <a:r>
              <a:rPr sz="1425" b="0">
                <a:solidFill>
                  <a:srgbClr val="C5D4E3"/>
                </a:solidFill>
                <a:latin typeface="Segoe UI"/>
                <a:ea typeface="Segoe UI"/>
                <a:cs typeface="Segoe UI"/>
              </a:rPr>
              <a:t>0.4.0-rc.6   Runtime d6fa31f   Evidence c641897</a:t>
            </a:r>
          </a:p>
        </p:txBody>
      </p:sp>
    </p:spTree>
    <p:extLst>
      <p:ext uri="{BB962C8B-B14F-4D97-AF65-F5344CB8AC3E}">
        <p14:creationId xmlns:p14="http://schemas.microsoft.com/office/powerpoint/2010/main" val="907081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2026-10-18T09:19:35.0410000Z</dcterms:created>
  <dcterms:modified xsi:type="dcterms:W3CDTF">2026-10-18T09:19:35.0410000Z</dcterms:modified>
</coreProperties>
</file>