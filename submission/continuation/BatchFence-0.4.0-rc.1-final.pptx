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37c5a5e5e24104" /><Relationship Type="http://schemas.openxmlformats.org/officeDocument/2006/relationships/extended-properties" Target="/docProps/app.xml" Id="R61da060b325e4a1f" /><Relationship Type="http://schemas.openxmlformats.org/officeDocument/2006/relationships/officeDocument" Target="/ppt/presentation.xml" Id="R7bcfcbe49f4c4981" /></Relationships>
</file>

<file path=ppt/presentation.xml><?xml version="1.0" encoding="utf-8"?>
<p:presentation xmlns:p="http://schemas.openxmlformats.org/presentationml/2006/main">
  <p:sldMasterIdLst>
    <p:sldMasterId xmlns:r="http://schemas.openxmlformats.org/officeDocument/2006/relationships" id="2147483648" r:id="Rc2faf950f7064fa0"/>
  </p:sldMasterIdLst>
  <p:notesMasterIdLst>
    <p:notesMasterId xmlns:r="http://schemas.openxmlformats.org/officeDocument/2006/relationships" r:id="Rdac74ce7e3ad475a"/>
  </p:notesMasterIdLst>
  <p:sldIdLst>
    <p:sldId xmlns:r="http://schemas.openxmlformats.org/officeDocument/2006/relationships" id="256" r:id="R85020dfaffa04b8d"/>
    <p:sldId xmlns:r="http://schemas.openxmlformats.org/officeDocument/2006/relationships" id="257" r:id="R9a6c69b07bd74e0d"/>
    <p:sldId xmlns:r="http://schemas.openxmlformats.org/officeDocument/2006/relationships" id="258" r:id="R030a357a99dd4603"/>
    <p:sldId xmlns:r="http://schemas.openxmlformats.org/officeDocument/2006/relationships" id="259" r:id="R6bc10eb272e54ef2"/>
    <p:sldId xmlns:r="http://schemas.openxmlformats.org/officeDocument/2006/relationships" id="260" r:id="Rc8f6ce1702534107"/>
    <p:sldId xmlns:r="http://schemas.openxmlformats.org/officeDocument/2006/relationships" id="261" r:id="Re12cbed53ad54751"/>
    <p:sldId xmlns:r="http://schemas.openxmlformats.org/officeDocument/2006/relationships" id="262" r:id="Rf3e2661dd27e4a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d29fc6c0ab42c8" /><Relationship Type="http://schemas.openxmlformats.org/officeDocument/2006/relationships/slideMaster" Target="/ppt/slideMasters/slideMaster1.xml" Id="Rc2faf950f7064fa0" /><Relationship Type="http://schemas.openxmlformats.org/officeDocument/2006/relationships/notesMaster" Target="/ppt/notesMasters/notesMaster1.xml" Id="Rdac74ce7e3ad475a" /><Relationship Type="http://schemas.openxmlformats.org/officeDocument/2006/relationships/presProps" Target="/ppt/presProps.xml" Id="Rb2a13120b8e0418d" /><Relationship Type="http://schemas.openxmlformats.org/officeDocument/2006/relationships/tableStyles" Target="/ppt/tableStyles.xml" Id="R4a4c1ae4eff3462e" /><Relationship Type="http://schemas.openxmlformats.org/officeDocument/2006/relationships/slide" Target="/ppt/slides/slide1.xml" Id="R85020dfaffa04b8d" /><Relationship Type="http://schemas.openxmlformats.org/officeDocument/2006/relationships/slide" Target="/ppt/slides/slide2.xml" Id="R9a6c69b07bd74e0d" /><Relationship Type="http://schemas.openxmlformats.org/officeDocument/2006/relationships/slide" Target="/ppt/slides/slide3.xml" Id="R030a357a99dd4603" /><Relationship Type="http://schemas.openxmlformats.org/officeDocument/2006/relationships/slide" Target="/ppt/slides/slide4.xml" Id="R6bc10eb272e54ef2" /><Relationship Type="http://schemas.openxmlformats.org/officeDocument/2006/relationships/slide" Target="/ppt/slides/slide5.xml" Id="Rc8f6ce1702534107" /><Relationship Type="http://schemas.openxmlformats.org/officeDocument/2006/relationships/slide" Target="/ppt/slides/slide6.xml" Id="Re12cbed53ad54751" /><Relationship Type="http://schemas.openxmlformats.org/officeDocument/2006/relationships/slide" Target="/ppt/slides/slide7.xml" Id="Rf3e2661dd27e4a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b4b27a4fc947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87354272174e2c" /><Relationship Type="http://schemas.openxmlformats.org/officeDocument/2006/relationships/notesMaster" Target="/ppt/notesMasters/notesMaster1.xml" Id="Rb5b04f859e2440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e5633a07d34962" /><Relationship Type="http://schemas.openxmlformats.org/officeDocument/2006/relationships/notesMaster" Target="/ppt/notesMasters/notesMaster1.xml" Id="R2b8ec6e53fcd46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8405bcdf64457f" /><Relationship Type="http://schemas.openxmlformats.org/officeDocument/2006/relationships/notesMaster" Target="/ppt/notesMasters/notesMaster1.xml" Id="R5c44901f62f04d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00bde0925c4f5b" /><Relationship Type="http://schemas.openxmlformats.org/officeDocument/2006/relationships/notesMaster" Target="/ppt/notesMasters/notesMaster1.xml" Id="R040fb0f5855b4e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2b098d816c4037" /><Relationship Type="http://schemas.openxmlformats.org/officeDocument/2006/relationships/notesMaster" Target="/ppt/notesMasters/notesMaster1.xml" Id="Rbb3a90c860fe4a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4834b0a9fe4dc9" /><Relationship Type="http://schemas.openxmlformats.org/officeDocument/2006/relationships/notesMaster" Target="/ppt/notesMasters/notesMaster1.xml" Id="R644563da482c40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c716de79ca47d5" /><Relationship Type="http://schemas.openxmlformats.org/officeDocument/2006/relationships/notesMaster" Target="/ppt/notesMasters/notesMaster1.xml" Id="Rcc14bb9ef2fc46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0.4.0-rc.1 engineering preview. Six connected extensions preserve the existing incident, review, approval and receipt architecture. No independent customer, manufacturing or language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docs/continuation/live/evolus-product-flow.json, evolus-configuration.json, evolus-reviewed-revision-case.json and ui/capture.json. Three actual provider workflow executions. Own-model configured own/gemma-4-31b-it maps to Gemma-4-31B-IT; runtime model ID not returned by Evolus. Original final-output configuration failed. Revised notice returned an invented metadata ID and was rejected. Explicit agent correction and separate critical review produced800 and two receipts. Agent review is not independent human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docs/continuation/live/product-flow.json, flow-model-request.json where present, tests/test_continuation.py and ui/gemma-requests.png. Existing cause planner computes distinct conditional units. Gemma drafts a request from gaps. Ambiguous response keeps800 applied. Italian complete response is original-linked and explicitly reviewed by the agent. No independent language acceptance or external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docs/continuation/live/vision-capability.json, product-flow.json, IMG-01.json through IMG-05.json and windows/new-results.json. Five successful actual Gemma image responses on synthetic rendered labels. SUP-001 cannot associate with document SUP-B, HTTP422. O/0 spelling retained but model did not flag ambiguity. No physical photographs or barcode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docs/continuation/live/product-flow.json, decision-packet.json and ui/gemma-recovery.png. Actual direct AMD response drives reviewed scope700 while800 remain applied. Relevant source revision rejects stale recovery approval. Separate engineering-role approval and sandbox acknowledgement recover100, retain two original receipts and leave700. Source graph and handover staleness verified locally and across container restart.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docs/continuation/evaluation/twelve-case-audit.md and README.md; live/heldout-v3-results.json. Original frozen12 remains unchanged. Gemma5/12 versus historical MiMo6/12, different wrappers/token limits. After fixes, two matched held-out cases per model: lot statuses2/2, scope1/2. Both call conflicting revision partial. No full post-fix12 rerun because48-reservation cap exhausted. No superiority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docs/continuation/pytest-release.xml, domain-results.json, native/native-dialog-results.json, windows/, container/ and scope-map.md.171 pytest,30 domain cases; installed shared workflows, actual owner Windows dialogs, SQLite restart and existing PostgreSQL pilot checks.48/48 model reservations exhausted. Evolus3 workflows reported0 credits. No owned AMD Cloud/vLLM verified. New cloud live configuration remains gated. Quality/language/photo/operator acceptance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44789b66384a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c08dcab1244c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5aed4d3ffe4a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6205550b204b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e7942c4fd14c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361d8269104d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0B4E72-36BE-4597-BB23-4EC0D32DA9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7C78BA-4BDA-4662-B112-EFBCBBF253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906A6E-E874-47E8-93D8-F9B8AC3BEB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007E0D-74FE-4C79-8BF3-97ABE63709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FC930C-5B76-44D5-A07C-A4DA7A4499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1E037B-7978-442E-A579-9714015B9B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BB6FA0-6099-4F66-B957-D76BE9971B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7F0196-DF11-4E96-B20C-0CAAA264E3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98CC18-AA87-4FDE-BA7C-84C65EEA5B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61D7DB-D397-4A34-91EB-25463DE7D1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ec083e69dd4f17" /><Relationship Type="http://schemas.openxmlformats.org/officeDocument/2006/relationships/slideLayout" Target="/ppt/slideLayouts/slideLayout1.xml" Id="R63207934cf4f4a0b" /><Relationship Type="http://schemas.openxmlformats.org/officeDocument/2006/relationships/slideLayout" Target="/ppt/slideLayouts/slideLayout2.xml" Id="Re07b3cb4f08342cd" /><Relationship Type="http://schemas.openxmlformats.org/officeDocument/2006/relationships/slideLayout" Target="/ppt/slideLayouts/slideLayout3.xml" Id="R96160f87525b4827" /><Relationship Type="http://schemas.openxmlformats.org/officeDocument/2006/relationships/slideLayout" Target="/ppt/slideLayouts/slideLayout4.xml" Id="R50e0e6c233d44400" /><Relationship Type="http://schemas.openxmlformats.org/officeDocument/2006/relationships/slideLayout" Target="/ppt/slideLayouts/slideLayout5.xml" Id="R588e589a03064e0f" /><Relationship Type="http://schemas.openxmlformats.org/officeDocument/2006/relationships/slideLayout" Target="/ppt/slideLayouts/slideLayout6.xml" Id="R0f9be80c807f43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207934cf4f4a0b"/>
    <p:sldLayoutId xmlns:r="http://schemas.openxmlformats.org/officeDocument/2006/relationships" id="2147483650" r:id="Re07b3cb4f08342cd"/>
    <p:sldLayoutId xmlns:r="http://schemas.openxmlformats.org/officeDocument/2006/relationships" id="2147483651" r:id="R96160f87525b4827"/>
    <p:sldLayoutId xmlns:r="http://schemas.openxmlformats.org/officeDocument/2006/relationships" id="2147483652" r:id="R50e0e6c233d44400"/>
    <p:sldLayoutId xmlns:r="http://schemas.openxmlformats.org/officeDocument/2006/relationships" id="2147483653" r:id="R588e589a03064e0f"/>
    <p:sldLayoutId xmlns:r="http://schemas.openxmlformats.org/officeDocument/2006/relationships" id="2147483654" r:id="R0f9be80c807f43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f86986bba94444" /><Relationship Type="http://schemas.openxmlformats.org/officeDocument/2006/relationships/notesSlide" Target="/ppt/notesSlides/notesSlide1.xml" Id="Rec6b513ae02b4d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3efb8f11c0406b" /><Relationship Type="http://schemas.openxmlformats.org/officeDocument/2006/relationships/image" Target="/ppt/media/image.png" Id="R02a911b68f4e4c27" /><Relationship Type="http://schemas.openxmlformats.org/officeDocument/2006/relationships/notesSlide" Target="/ppt/notesSlides/notesSlide2.xml" Id="Rb48376be4e6c4d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7ee121f910443f" /><Relationship Type="http://schemas.openxmlformats.org/officeDocument/2006/relationships/image" Target="/ppt/media/image2.png" Id="R0346c5dd6372461c" /><Relationship Type="http://schemas.openxmlformats.org/officeDocument/2006/relationships/notesSlide" Target="/ppt/notesSlides/notesSlide3.xml" Id="R3658ea548e6749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0b322afc1c4e48" /><Relationship Type="http://schemas.openxmlformats.org/officeDocument/2006/relationships/image" Target="/ppt/media/image3.png" Id="Re210755c98a84a98" /><Relationship Type="http://schemas.openxmlformats.org/officeDocument/2006/relationships/image" Target="/ppt/media/image4.png" Id="Rffa65edb26a642a9" /><Relationship Type="http://schemas.openxmlformats.org/officeDocument/2006/relationships/notesSlide" Target="/ppt/notesSlides/notesSlide4.xml" Id="R4adbb63e28ba4c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c6feff031c4466" /><Relationship Type="http://schemas.openxmlformats.org/officeDocument/2006/relationships/image" Target="/ppt/media/image5.png" Id="R488fa516b3c046ac" /><Relationship Type="http://schemas.openxmlformats.org/officeDocument/2006/relationships/notesSlide" Target="/ppt/notesSlides/notesSlide5.xml" Id="R8e39cd949eef4b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c51b4a6ba04cca" /><Relationship Type="http://schemas.openxmlformats.org/officeDocument/2006/relationships/notesSlide" Target="/ppt/notesSlides/notesSlide6.xml" Id="R363fbc328c7843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7b6b1144744146" /><Relationship Type="http://schemas.openxmlformats.org/officeDocument/2006/relationships/notesSlide" Target="/ppt/notesSlides/notesSlide7.xml" Id="Rc2fac2fefccd488f" /></Relationships>
</file>

<file path=ppt/slides/slide1.xml><?xml version="1.0" encoding="utf-8"?>
<p:sld xmlns:p="http://schemas.openxmlformats.org/presentationml/2006/main">
  <p:cSld>
    <p:bg>
      <p:bgPr>
        <a:solidFill xmlns:a="http://schemas.openxmlformats.org/drawingml/2006/main">
          <a:srgbClr val="0B172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9065A7-FFAC-4D90-9857-C202847F7A8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F5F8FC"/>
                </a:solidFill>
                <a:latin typeface="Segoe UI"/>
                <a:ea typeface="Segoe UI"/>
                <a:cs typeface="Segoe UI"/>
              </a:defRPr>
            </a:defPPr>
            <a:lvl1pPr>
              <a:defRPr sz="3150" b="1">
                <a:solidFill>
                  <a:srgbClr val="F5F8FC"/>
                </a:solidFill>
                <a:latin typeface="Segoe UI"/>
                <a:ea typeface="Segoe UI"/>
                <a:cs typeface="Segoe UI"/>
              </a:defRPr>
            </a:lvl1pPr>
            <a:lvl2pPr>
              <a:defRPr sz="3150" b="1">
                <a:solidFill>
                  <a:srgbClr val="F5F8FC"/>
                </a:solidFill>
                <a:latin typeface="Segoe UI"/>
                <a:ea typeface="Segoe UI"/>
                <a:cs typeface="Segoe UI"/>
              </a:defRPr>
            </a:lvl2pPr>
            <a:lvl3pPr>
              <a:defRPr sz="3150" b="1">
                <a:solidFill>
                  <a:srgbClr val="F5F8FC"/>
                </a:solidFill>
                <a:latin typeface="Segoe UI"/>
                <a:ea typeface="Segoe UI"/>
                <a:cs typeface="Segoe UI"/>
              </a:defRPr>
            </a:lvl3pPr>
            <a:lvl4pPr>
              <a:defRPr sz="3150" b="1">
                <a:solidFill>
                  <a:srgbClr val="F5F8FC"/>
                </a:solidFill>
                <a:latin typeface="Segoe UI"/>
                <a:ea typeface="Segoe UI"/>
                <a:cs typeface="Segoe UI"/>
              </a:defRPr>
            </a:lvl4pPr>
            <a:lvl5pPr>
              <a:defRPr sz="3150" b="1">
                <a:solidFill>
                  <a:srgbClr val="F5F8FC"/>
                </a:solidFill>
                <a:latin typeface="Segoe UI"/>
                <a:ea typeface="Segoe UI"/>
                <a:cs typeface="Segoe UI"/>
              </a:defRPr>
            </a:lvl5pPr>
            <a:lvl6pPr>
              <a:defRPr sz="3150" b="1">
                <a:solidFill>
                  <a:srgbClr val="F5F8FC"/>
                </a:solidFill>
                <a:latin typeface="Segoe UI"/>
                <a:ea typeface="Segoe UI"/>
                <a:cs typeface="Segoe UI"/>
              </a:defRPr>
            </a:lvl6pPr>
            <a:lvl7pPr>
              <a:defRPr sz="3150" b="1">
                <a:solidFill>
                  <a:srgbClr val="F5F8FC"/>
                </a:solidFill>
                <a:latin typeface="Segoe UI"/>
                <a:ea typeface="Segoe UI"/>
                <a:cs typeface="Segoe UI"/>
              </a:defRPr>
            </a:lvl7pPr>
            <a:lvl8pPr>
              <a:defRPr sz="3150" b="1">
                <a:solidFill>
                  <a:srgbClr val="F5F8FC"/>
                </a:solidFill>
                <a:latin typeface="Segoe UI"/>
                <a:ea typeface="Segoe UI"/>
                <a:cs typeface="Segoe UI"/>
              </a:defRPr>
            </a:lvl8pPr>
            <a:lvl9pPr>
              <a:defRPr sz="3150" b="1">
                <a:solidFill>
                  <a:srgbClr val="F5F8FC"/>
                </a:solidFill>
                <a:latin typeface="Segoe UI"/>
                <a:ea typeface="Segoe UI"/>
                <a:cs typeface="Segoe UI"/>
              </a:defRPr>
            </a:lvl9pPr>
          </a:lstStyle>
          <a:p xmlns:a="http://schemas.openxmlformats.org/drawingml/2006/main">
            <a:pPr>
              <a:defRPr sz="3150" b="1">
                <a:solidFill>
                  <a:srgbClr val="F5F8FC"/>
                </a:solidFill>
                <a:latin typeface="Segoe UI"/>
                <a:ea typeface="Segoe UI"/>
                <a:cs typeface="Segoe UI"/>
              </a:defRPr>
            </a:pPr>
            <a:r>
              <a:rPr sz="3150" b="1">
                <a:solidFill>
                  <a:srgbClr val="F5F8FC"/>
                </a:solidFill>
                <a:latin typeface="Segoe UI"/>
                <a:ea typeface="Segoe UI"/>
                <a:cs typeface="Segoe UI"/>
              </a:rPr>
              <a:t>BatchFence</a:t>
            </a:r>
          </a:p>
        </p:txBody>
      </p:sp>
      <p:sp>
        <p:nvSpPr>
          <p:cNvPr id="2" name="">
            <a:extLst xmlns:a="http://schemas.openxmlformats.org/drawingml/2006/main">
              <a:ext uri="{FF2B5EF4-FFF2-40B4-BE49-F238E27FC236}">
                <a16:creationId xmlns:a16="http://schemas.microsoft.com/office/drawing/2014/main" id="{72BB7279-F32C-4BC8-BA33-5ED75C965336}"/>
              </a:ext>
            </a:extLst>
          </p:cNvPr>
          <p:cNvSpPr>
            <a:spLocks xmlns:a="http://schemas.openxmlformats.org/drawingml/2006/main" noGrp="1"/>
          </p:cNvSpPr>
          <p:nvPr/>
        </p:nvSpPr>
        <p:spPr>
          <a:xfrm xmlns:a="http://schemas.openxmlformats.org/drawingml/2006/main">
            <a:off x="609600" y="180975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0">
                <a:solidFill>
                  <a:srgbClr val="F5F8FC"/>
                </a:solidFill>
                <a:latin typeface="Segoe UI"/>
                <a:ea typeface="Segoe UI"/>
                <a:cs typeface="Segoe UI"/>
              </a:defRPr>
            </a:defPPr>
            <a:lvl1pPr>
              <a:defRPr sz="4200" b="0">
                <a:solidFill>
                  <a:srgbClr val="F5F8FC"/>
                </a:solidFill>
                <a:latin typeface="Segoe UI"/>
                <a:ea typeface="Segoe UI"/>
                <a:cs typeface="Segoe UI"/>
              </a:defRPr>
            </a:lvl1pPr>
            <a:lvl2pPr>
              <a:defRPr sz="4200" b="0">
                <a:solidFill>
                  <a:srgbClr val="F5F8FC"/>
                </a:solidFill>
                <a:latin typeface="Segoe UI"/>
                <a:ea typeface="Segoe UI"/>
                <a:cs typeface="Segoe UI"/>
              </a:defRPr>
            </a:lvl2pPr>
            <a:lvl3pPr>
              <a:defRPr sz="4200" b="0">
                <a:solidFill>
                  <a:srgbClr val="F5F8FC"/>
                </a:solidFill>
                <a:latin typeface="Segoe UI"/>
                <a:ea typeface="Segoe UI"/>
                <a:cs typeface="Segoe UI"/>
              </a:defRPr>
            </a:lvl3pPr>
            <a:lvl4pPr>
              <a:defRPr sz="4200" b="0">
                <a:solidFill>
                  <a:srgbClr val="F5F8FC"/>
                </a:solidFill>
                <a:latin typeface="Segoe UI"/>
                <a:ea typeface="Segoe UI"/>
                <a:cs typeface="Segoe UI"/>
              </a:defRPr>
            </a:lvl4pPr>
            <a:lvl5pPr>
              <a:defRPr sz="4200" b="0">
                <a:solidFill>
                  <a:srgbClr val="F5F8FC"/>
                </a:solidFill>
                <a:latin typeface="Segoe UI"/>
                <a:ea typeface="Segoe UI"/>
                <a:cs typeface="Segoe UI"/>
              </a:defRPr>
            </a:lvl5pPr>
            <a:lvl6pPr>
              <a:defRPr sz="4200" b="0">
                <a:solidFill>
                  <a:srgbClr val="F5F8FC"/>
                </a:solidFill>
                <a:latin typeface="Segoe UI"/>
                <a:ea typeface="Segoe UI"/>
                <a:cs typeface="Segoe UI"/>
              </a:defRPr>
            </a:lvl6pPr>
            <a:lvl7pPr>
              <a:defRPr sz="4200" b="0">
                <a:solidFill>
                  <a:srgbClr val="F5F8FC"/>
                </a:solidFill>
                <a:latin typeface="Segoe UI"/>
                <a:ea typeface="Segoe UI"/>
                <a:cs typeface="Segoe UI"/>
              </a:defRPr>
            </a:lvl7pPr>
            <a:lvl8pPr>
              <a:defRPr sz="4200" b="0">
                <a:solidFill>
                  <a:srgbClr val="F5F8FC"/>
                </a:solidFill>
                <a:latin typeface="Segoe UI"/>
                <a:ea typeface="Segoe UI"/>
                <a:cs typeface="Segoe UI"/>
              </a:defRPr>
            </a:lvl8pPr>
            <a:lvl9pPr>
              <a:defRPr sz="4200" b="0">
                <a:solidFill>
                  <a:srgbClr val="F5F8FC"/>
                </a:solidFill>
                <a:latin typeface="Segoe UI"/>
                <a:ea typeface="Segoe UI"/>
                <a:cs typeface="Segoe UI"/>
              </a:defRPr>
            </a:lvl9pPr>
          </a:lstStyle>
          <a:p xmlns:a="http://schemas.openxmlformats.org/drawingml/2006/main">
            <a:pPr>
              <a:defRPr sz="4200" b="0">
                <a:solidFill>
                  <a:srgbClr val="F5F8FC"/>
                </a:solidFill>
                <a:latin typeface="Segoe UI"/>
                <a:ea typeface="Segoe UI"/>
                <a:cs typeface="Segoe UI"/>
              </a:defRPr>
            </a:pPr>
            <a:r>
              <a:rPr sz="4200" b="0">
                <a:solidFill>
                  <a:srgbClr val="F5F8FC"/>
                </a:solidFill>
                <a:latin typeface="Segoe UI"/>
                <a:ea typeface="Segoe UI"/>
                <a:cs typeface="Segoe UI"/>
              </a:rPr>
              <a:t>Evidence for the next</a:t>
            </a:r>
          </a:p>
          <a:p xmlns:a="http://schemas.openxmlformats.org/drawingml/2006/main">
            <a:pPr>
              <a:defRPr sz="4200" b="0">
                <a:solidFill>
                  <a:srgbClr val="F5F8FC"/>
                </a:solidFill>
                <a:latin typeface="Segoe UI"/>
                <a:ea typeface="Segoe UI"/>
                <a:cs typeface="Segoe UI"/>
              </a:defRPr>
            </a:pPr>
            <a:r>
              <a:rPr sz="4200" b="0">
                <a:solidFill>
                  <a:srgbClr val="F5F8FC"/>
                </a:solidFill>
                <a:latin typeface="Segoe UI"/>
                <a:ea typeface="Segoe UI"/>
                <a:cs typeface="Segoe UI"/>
              </a:rPr>
              <a:t>quality decision</a:t>
            </a:r>
          </a:p>
        </p:txBody>
      </p:sp>
      <p:sp>
        <p:nvSpPr>
          <p:cNvPr id="3" name="">
            <a:extLst xmlns:a="http://schemas.openxmlformats.org/drawingml/2006/main">
              <a:ext uri="{FF2B5EF4-FFF2-40B4-BE49-F238E27FC236}">
                <a16:creationId xmlns:a16="http://schemas.microsoft.com/office/drawing/2014/main" id="{65510C29-7541-4596-969A-DD589CF046B7}"/>
              </a:ext>
            </a:extLst>
          </p:cNvPr>
          <p:cNvSpPr>
            <a:spLocks xmlns:a="http://schemas.openxmlformats.org/drawingml/2006/main" noGrp="1"/>
          </p:cNvSpPr>
          <p:nvPr/>
        </p:nvSpPr>
        <p:spPr>
          <a:xfrm xmlns:a="http://schemas.openxmlformats.org/drawingml/2006/main">
            <a:off x="609600" y="4000500"/>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B1C4DB"/>
                </a:solidFill>
                <a:latin typeface="Segoe UI"/>
                <a:ea typeface="Segoe UI"/>
                <a:cs typeface="Segoe UI"/>
              </a:defRPr>
            </a:defPPr>
            <a:lvl1pPr>
              <a:defRPr sz="2250" b="0">
                <a:solidFill>
                  <a:srgbClr val="B1C4DB"/>
                </a:solidFill>
                <a:latin typeface="Segoe UI"/>
                <a:ea typeface="Segoe UI"/>
                <a:cs typeface="Segoe UI"/>
              </a:defRPr>
            </a:lvl1pPr>
            <a:lvl2pPr>
              <a:defRPr sz="2250" b="0">
                <a:solidFill>
                  <a:srgbClr val="B1C4DB"/>
                </a:solidFill>
                <a:latin typeface="Segoe UI"/>
                <a:ea typeface="Segoe UI"/>
                <a:cs typeface="Segoe UI"/>
              </a:defRPr>
            </a:lvl2pPr>
            <a:lvl3pPr>
              <a:defRPr sz="2250" b="0">
                <a:solidFill>
                  <a:srgbClr val="B1C4DB"/>
                </a:solidFill>
                <a:latin typeface="Segoe UI"/>
                <a:ea typeface="Segoe UI"/>
                <a:cs typeface="Segoe UI"/>
              </a:defRPr>
            </a:lvl3pPr>
            <a:lvl4pPr>
              <a:defRPr sz="2250" b="0">
                <a:solidFill>
                  <a:srgbClr val="B1C4DB"/>
                </a:solidFill>
                <a:latin typeface="Segoe UI"/>
                <a:ea typeface="Segoe UI"/>
                <a:cs typeface="Segoe UI"/>
              </a:defRPr>
            </a:lvl4pPr>
            <a:lvl5pPr>
              <a:defRPr sz="2250" b="0">
                <a:solidFill>
                  <a:srgbClr val="B1C4DB"/>
                </a:solidFill>
                <a:latin typeface="Segoe UI"/>
                <a:ea typeface="Segoe UI"/>
                <a:cs typeface="Segoe UI"/>
              </a:defRPr>
            </a:lvl5pPr>
            <a:lvl6pPr>
              <a:defRPr sz="2250" b="0">
                <a:solidFill>
                  <a:srgbClr val="B1C4DB"/>
                </a:solidFill>
                <a:latin typeface="Segoe UI"/>
                <a:ea typeface="Segoe UI"/>
                <a:cs typeface="Segoe UI"/>
              </a:defRPr>
            </a:lvl6pPr>
            <a:lvl7pPr>
              <a:defRPr sz="2250" b="0">
                <a:solidFill>
                  <a:srgbClr val="B1C4DB"/>
                </a:solidFill>
                <a:latin typeface="Segoe UI"/>
                <a:ea typeface="Segoe UI"/>
                <a:cs typeface="Segoe UI"/>
              </a:defRPr>
            </a:lvl7pPr>
            <a:lvl8pPr>
              <a:defRPr sz="2250" b="0">
                <a:solidFill>
                  <a:srgbClr val="B1C4DB"/>
                </a:solidFill>
                <a:latin typeface="Segoe UI"/>
                <a:ea typeface="Segoe UI"/>
                <a:cs typeface="Segoe UI"/>
              </a:defRPr>
            </a:lvl8pPr>
            <a:lvl9pPr>
              <a:defRPr sz="2250" b="0">
                <a:solidFill>
                  <a:srgbClr val="B1C4DB"/>
                </a:solidFill>
                <a:latin typeface="Segoe UI"/>
                <a:ea typeface="Segoe UI"/>
                <a:cs typeface="Segoe UI"/>
              </a:defRPr>
            </a:lvl9pPr>
          </a:lstStyle>
          <a:p xmlns:a="http://schemas.openxmlformats.org/drawingml/2006/main">
            <a:pPr>
              <a:defRPr sz="2250" b="0">
                <a:solidFill>
                  <a:srgbClr val="B1C4DB"/>
                </a:solidFill>
                <a:latin typeface="Segoe UI"/>
                <a:ea typeface="Segoe UI"/>
                <a:cs typeface="Segoe UI"/>
              </a:defRPr>
            </a:pPr>
            <a:r>
              <a:rPr sz="2250" b="0">
                <a:solidFill>
                  <a:srgbClr val="B1C4DB"/>
                </a:solidFill>
                <a:latin typeface="Segoe UI"/>
                <a:ea typeface="Segoe UI"/>
                <a:cs typeface="Segoe UI"/>
              </a:rPr>
              <a:t>Source review, useful evidence requests, release prerequisites and a factual shift handover.</a:t>
            </a:r>
          </a:p>
        </p:txBody>
      </p:sp>
      <p:sp>
        <p:nvSpPr>
          <p:cNvPr id="4" name="">
            <a:extLst xmlns:a="http://schemas.openxmlformats.org/drawingml/2006/main">
              <a:ext uri="{FF2B5EF4-FFF2-40B4-BE49-F238E27FC236}">
                <a16:creationId xmlns:a16="http://schemas.microsoft.com/office/drawing/2014/main" id="{2984FF7D-BEA4-4239-AB0E-78AD14C5331B}"/>
              </a:ext>
            </a:extLst>
          </p:cNvPr>
          <p:cNvSpPr>
            <a:spLocks xmlns:a="http://schemas.openxmlformats.org/drawingml/2006/main" noGrp="1"/>
          </p:cNvSpPr>
          <p:nvPr/>
        </p:nvSpPr>
        <p:spPr>
          <a:xfrm xmlns:a="http://schemas.openxmlformats.org/drawingml/2006/main">
            <a:off x="609600" y="5981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DBBD79"/>
                </a:solidFill>
                <a:latin typeface="Segoe UI"/>
                <a:ea typeface="Segoe UI"/>
                <a:cs typeface="Segoe UI"/>
              </a:defRPr>
            </a:defPPr>
            <a:lvl1pPr>
              <a:defRPr sz="1575" b="0">
                <a:solidFill>
                  <a:srgbClr val="DBBD79"/>
                </a:solidFill>
                <a:latin typeface="Segoe UI"/>
                <a:ea typeface="Segoe UI"/>
                <a:cs typeface="Segoe UI"/>
              </a:defRPr>
            </a:lvl1pPr>
            <a:lvl2pPr>
              <a:defRPr sz="1575" b="0">
                <a:solidFill>
                  <a:srgbClr val="DBBD79"/>
                </a:solidFill>
                <a:latin typeface="Segoe UI"/>
                <a:ea typeface="Segoe UI"/>
                <a:cs typeface="Segoe UI"/>
              </a:defRPr>
            </a:lvl2pPr>
            <a:lvl3pPr>
              <a:defRPr sz="1575" b="0">
                <a:solidFill>
                  <a:srgbClr val="DBBD79"/>
                </a:solidFill>
                <a:latin typeface="Segoe UI"/>
                <a:ea typeface="Segoe UI"/>
                <a:cs typeface="Segoe UI"/>
              </a:defRPr>
            </a:lvl3pPr>
            <a:lvl4pPr>
              <a:defRPr sz="1575" b="0">
                <a:solidFill>
                  <a:srgbClr val="DBBD79"/>
                </a:solidFill>
                <a:latin typeface="Segoe UI"/>
                <a:ea typeface="Segoe UI"/>
                <a:cs typeface="Segoe UI"/>
              </a:defRPr>
            </a:lvl4pPr>
            <a:lvl5pPr>
              <a:defRPr sz="1575" b="0">
                <a:solidFill>
                  <a:srgbClr val="DBBD79"/>
                </a:solidFill>
                <a:latin typeface="Segoe UI"/>
                <a:ea typeface="Segoe UI"/>
                <a:cs typeface="Segoe UI"/>
              </a:defRPr>
            </a:lvl5pPr>
            <a:lvl6pPr>
              <a:defRPr sz="1575" b="0">
                <a:solidFill>
                  <a:srgbClr val="DBBD79"/>
                </a:solidFill>
                <a:latin typeface="Segoe UI"/>
                <a:ea typeface="Segoe UI"/>
                <a:cs typeface="Segoe UI"/>
              </a:defRPr>
            </a:lvl6pPr>
            <a:lvl7pPr>
              <a:defRPr sz="1575" b="0">
                <a:solidFill>
                  <a:srgbClr val="DBBD79"/>
                </a:solidFill>
                <a:latin typeface="Segoe UI"/>
                <a:ea typeface="Segoe UI"/>
                <a:cs typeface="Segoe UI"/>
              </a:defRPr>
            </a:lvl7pPr>
            <a:lvl8pPr>
              <a:defRPr sz="1575" b="0">
                <a:solidFill>
                  <a:srgbClr val="DBBD79"/>
                </a:solidFill>
                <a:latin typeface="Segoe UI"/>
                <a:ea typeface="Segoe UI"/>
                <a:cs typeface="Segoe UI"/>
              </a:defRPr>
            </a:lvl8pPr>
            <a:lvl9pPr>
              <a:defRPr sz="1575" b="0">
                <a:solidFill>
                  <a:srgbClr val="DBBD79"/>
                </a:solidFill>
                <a:latin typeface="Segoe UI"/>
                <a:ea typeface="Segoe UI"/>
                <a:cs typeface="Segoe UI"/>
              </a:defRPr>
            </a:lvl9pPr>
          </a:lstStyle>
          <a:p xmlns:a="http://schemas.openxmlformats.org/drawingml/2006/main">
            <a:pPr>
              <a:defRPr sz="1575" b="0">
                <a:solidFill>
                  <a:srgbClr val="DBBD79"/>
                </a:solidFill>
                <a:latin typeface="Segoe UI"/>
                <a:ea typeface="Segoe UI"/>
                <a:cs typeface="Segoe UI"/>
              </a:defRPr>
            </a:pPr>
            <a:r>
              <a:rPr sz="1575" b="0">
                <a:solidFill>
                  <a:srgbClr val="DBBD79"/>
                </a:solidFill>
                <a:latin typeface="Segoe UI"/>
                <a:ea typeface="Segoe UI"/>
                <a:cs typeface="Segoe UI"/>
              </a:rPr>
              <a:t>Web and Windows Preview. Synthetic engineering evidence. 0.4.0-rc.1.</a:t>
            </a:r>
          </a:p>
        </p:txBody>
      </p:sp>
    </p:spTree>
    <p:extLst>
      <p:ext uri="{BB962C8B-B14F-4D97-AF65-F5344CB8AC3E}">
        <p14:creationId xmlns:p14="http://schemas.microsoft.com/office/powerpoint/2010/main" val="1225185672"/>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7A08DD-2DED-442D-9233-01E446333EF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2235"/>
                </a:solidFill>
                <a:latin typeface="Segoe UI"/>
                <a:ea typeface="Segoe UI"/>
                <a:cs typeface="Segoe UI"/>
              </a:defRPr>
            </a:defPPr>
            <a:lvl1pPr>
              <a:defRPr sz="3150" b="1">
                <a:solidFill>
                  <a:srgbClr val="142235"/>
                </a:solidFill>
                <a:latin typeface="Segoe UI"/>
                <a:ea typeface="Segoe UI"/>
                <a:cs typeface="Segoe UI"/>
              </a:defRPr>
            </a:lvl1pPr>
            <a:lvl2pPr>
              <a:defRPr sz="3150" b="1">
                <a:solidFill>
                  <a:srgbClr val="142235"/>
                </a:solidFill>
                <a:latin typeface="Segoe UI"/>
                <a:ea typeface="Segoe UI"/>
                <a:cs typeface="Segoe UI"/>
              </a:defRPr>
            </a:lvl2pPr>
            <a:lvl3pPr>
              <a:defRPr sz="3150" b="1">
                <a:solidFill>
                  <a:srgbClr val="142235"/>
                </a:solidFill>
                <a:latin typeface="Segoe UI"/>
                <a:ea typeface="Segoe UI"/>
                <a:cs typeface="Segoe UI"/>
              </a:defRPr>
            </a:lvl3pPr>
            <a:lvl4pPr>
              <a:defRPr sz="3150" b="1">
                <a:solidFill>
                  <a:srgbClr val="142235"/>
                </a:solidFill>
                <a:latin typeface="Segoe UI"/>
                <a:ea typeface="Segoe UI"/>
                <a:cs typeface="Segoe UI"/>
              </a:defRPr>
            </a:lvl4pPr>
            <a:lvl5pPr>
              <a:defRPr sz="3150" b="1">
                <a:solidFill>
                  <a:srgbClr val="142235"/>
                </a:solidFill>
                <a:latin typeface="Segoe UI"/>
                <a:ea typeface="Segoe UI"/>
                <a:cs typeface="Segoe UI"/>
              </a:defRPr>
            </a:lvl5pPr>
            <a:lvl6pPr>
              <a:defRPr sz="3150" b="1">
                <a:solidFill>
                  <a:srgbClr val="142235"/>
                </a:solidFill>
                <a:latin typeface="Segoe UI"/>
                <a:ea typeface="Segoe UI"/>
                <a:cs typeface="Segoe UI"/>
              </a:defRPr>
            </a:lvl6pPr>
            <a:lvl7pPr>
              <a:defRPr sz="3150" b="1">
                <a:solidFill>
                  <a:srgbClr val="142235"/>
                </a:solidFill>
                <a:latin typeface="Segoe UI"/>
                <a:ea typeface="Segoe UI"/>
                <a:cs typeface="Segoe UI"/>
              </a:defRPr>
            </a:lvl7pPr>
            <a:lvl8pPr>
              <a:defRPr sz="3150" b="1">
                <a:solidFill>
                  <a:srgbClr val="142235"/>
                </a:solidFill>
                <a:latin typeface="Segoe UI"/>
                <a:ea typeface="Segoe UI"/>
                <a:cs typeface="Segoe UI"/>
              </a:defRPr>
            </a:lvl8pPr>
            <a:lvl9pPr>
              <a:defRPr sz="3150" b="1">
                <a:solidFill>
                  <a:srgbClr val="142235"/>
                </a:solidFill>
                <a:latin typeface="Segoe UI"/>
                <a:ea typeface="Segoe UI"/>
                <a:cs typeface="Segoe UI"/>
              </a:defRPr>
            </a:lvl9pPr>
          </a:lstStyle>
          <a:p xmlns:a="http://schemas.openxmlformats.org/drawingml/2006/main">
            <a:pPr>
              <a:defRPr sz="3150" b="1">
                <a:solidFill>
                  <a:srgbClr val="142235"/>
                </a:solidFill>
                <a:latin typeface="Segoe UI"/>
                <a:ea typeface="Segoe UI"/>
                <a:cs typeface="Segoe UI"/>
              </a:defRPr>
            </a:pPr>
            <a:r>
              <a:rPr sz="3150" b="1">
                <a:solidFill>
                  <a:srgbClr val="142235"/>
                </a:solidFill>
                <a:latin typeface="Segoe UI"/>
                <a:ea typeface="Segoe UI"/>
                <a:cs typeface="Segoe UI"/>
              </a:rPr>
              <a:t>Real Evolus extraction and Gemma interpretation</a:t>
            </a:r>
          </a:p>
        </p:txBody>
      </p:sp>
      <p:sp>
        <p:nvSpPr>
          <p:cNvPr id="2" name="">
            <a:extLst xmlns:a="http://schemas.openxmlformats.org/drawingml/2006/main">
              <a:ext uri="{FF2B5EF4-FFF2-40B4-BE49-F238E27FC236}">
                <a16:creationId xmlns:a16="http://schemas.microsoft.com/office/drawing/2014/main" id="{049670ED-F97F-4E06-8FF4-BCA683D68187}"/>
              </a:ext>
            </a:extLst>
          </p:cNvPr>
          <p:cNvSpPr>
            <a:spLocks xmlns:a="http://schemas.openxmlformats.org/drawingml/2006/main" noGrp="1"/>
          </p:cNvSpPr>
          <p:nvPr/>
        </p:nvSpPr>
        <p:spPr>
          <a:xfrm xmlns:a="http://schemas.openxmlformats.org/drawingml/2006/main">
            <a:off x="609600" y="16954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42235"/>
                </a:solidFill>
                <a:latin typeface="Segoe UI"/>
                <a:ea typeface="Segoe UI"/>
                <a:cs typeface="Segoe UI"/>
              </a:defRPr>
            </a:defPPr>
            <a:lvl1pPr>
              <a:defRPr sz="2625" b="1">
                <a:solidFill>
                  <a:srgbClr val="142235"/>
                </a:solidFill>
                <a:latin typeface="Segoe UI"/>
                <a:ea typeface="Segoe UI"/>
                <a:cs typeface="Segoe UI"/>
              </a:defRPr>
            </a:lvl1pPr>
            <a:lvl2pPr>
              <a:defRPr sz="2625" b="1">
                <a:solidFill>
                  <a:srgbClr val="142235"/>
                </a:solidFill>
                <a:latin typeface="Segoe UI"/>
                <a:ea typeface="Segoe UI"/>
                <a:cs typeface="Segoe UI"/>
              </a:defRPr>
            </a:lvl2pPr>
            <a:lvl3pPr>
              <a:defRPr sz="2625" b="1">
                <a:solidFill>
                  <a:srgbClr val="142235"/>
                </a:solidFill>
                <a:latin typeface="Segoe UI"/>
                <a:ea typeface="Segoe UI"/>
                <a:cs typeface="Segoe UI"/>
              </a:defRPr>
            </a:lvl3pPr>
            <a:lvl4pPr>
              <a:defRPr sz="2625" b="1">
                <a:solidFill>
                  <a:srgbClr val="142235"/>
                </a:solidFill>
                <a:latin typeface="Segoe UI"/>
                <a:ea typeface="Segoe UI"/>
                <a:cs typeface="Segoe UI"/>
              </a:defRPr>
            </a:lvl4pPr>
            <a:lvl5pPr>
              <a:defRPr sz="2625" b="1">
                <a:solidFill>
                  <a:srgbClr val="142235"/>
                </a:solidFill>
                <a:latin typeface="Segoe UI"/>
                <a:ea typeface="Segoe UI"/>
                <a:cs typeface="Segoe UI"/>
              </a:defRPr>
            </a:lvl5pPr>
            <a:lvl6pPr>
              <a:defRPr sz="2625" b="1">
                <a:solidFill>
                  <a:srgbClr val="142235"/>
                </a:solidFill>
                <a:latin typeface="Segoe UI"/>
                <a:ea typeface="Segoe UI"/>
                <a:cs typeface="Segoe UI"/>
              </a:defRPr>
            </a:lvl6pPr>
            <a:lvl7pPr>
              <a:defRPr sz="2625" b="1">
                <a:solidFill>
                  <a:srgbClr val="142235"/>
                </a:solidFill>
                <a:latin typeface="Segoe UI"/>
                <a:ea typeface="Segoe UI"/>
                <a:cs typeface="Segoe UI"/>
              </a:defRPr>
            </a:lvl7pPr>
            <a:lvl8pPr>
              <a:defRPr sz="2625" b="1">
                <a:solidFill>
                  <a:srgbClr val="142235"/>
                </a:solidFill>
                <a:latin typeface="Segoe UI"/>
                <a:ea typeface="Segoe UI"/>
                <a:cs typeface="Segoe UI"/>
              </a:defRPr>
            </a:lvl8pPr>
            <a:lvl9pPr>
              <a:defRPr sz="2625" b="1">
                <a:solidFill>
                  <a:srgbClr val="142235"/>
                </a:solidFill>
                <a:latin typeface="Segoe UI"/>
                <a:ea typeface="Segoe UI"/>
                <a:cs typeface="Segoe UI"/>
              </a:defRPr>
            </a:lvl9pPr>
          </a:lstStyle>
          <a:p xmlns:a="http://schemas.openxmlformats.org/drawingml/2006/main">
            <a:pPr>
              <a:defRPr sz="2625" b="1">
                <a:solidFill>
                  <a:srgbClr val="142235"/>
                </a:solidFill>
                <a:latin typeface="Segoe UI"/>
                <a:ea typeface="Segoe UI"/>
                <a:cs typeface="Segoe UI"/>
              </a:defRPr>
            </a:pPr>
            <a:r>
              <a:rPr sz="2625" b="1">
                <a:solidFill>
                  <a:srgbClr val="142235"/>
                </a:solidFill>
                <a:latin typeface="Segoe UI"/>
                <a:ea typeface="Segoe UI"/>
                <a:cs typeface="Segoe UI"/>
              </a:rPr>
              <a:t>500, then 800 held</a:t>
            </a:r>
          </a:p>
        </p:txBody>
      </p:sp>
      <p:sp>
        <p:nvSpPr>
          <p:cNvPr id="3" name="">
            <a:extLst xmlns:a="http://schemas.openxmlformats.org/drawingml/2006/main">
              <a:ext uri="{FF2B5EF4-FFF2-40B4-BE49-F238E27FC236}">
                <a16:creationId xmlns:a16="http://schemas.microsoft.com/office/drawing/2014/main" id="{9519F290-2847-45CA-8052-5B92BEF2C70F}"/>
              </a:ext>
            </a:extLst>
          </p:cNvPr>
          <p:cNvSpPr>
            <a:spLocks xmlns:a="http://schemas.openxmlformats.org/drawingml/2006/main" noGrp="1"/>
          </p:cNvSpPr>
          <p:nvPr/>
        </p:nvSpPr>
        <p:spPr>
          <a:xfrm xmlns:a="http://schemas.openxmlformats.org/drawingml/2006/main">
            <a:off x="609600" y="2762250"/>
            <a:ext cx="4381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The extractor and agent return source-linked proposals. Explicit review drives the deterministic scope and two receipts.</a:t>
            </a:r>
          </a:p>
        </p:txBody>
      </p:sp>
      <p:sp>
        <p:nvSpPr>
          <p:cNvPr id="4" name="">
            <a:extLst xmlns:a="http://schemas.openxmlformats.org/drawingml/2006/main">
              <a:ext uri="{FF2B5EF4-FFF2-40B4-BE49-F238E27FC236}">
                <a16:creationId xmlns:a16="http://schemas.microsoft.com/office/drawing/2014/main" id="{72074F1B-AB75-4638-97A2-CE0F63FB516A}"/>
              </a:ext>
            </a:extLst>
          </p:cNvPr>
          <p:cNvSpPr>
            <a:spLocks xmlns:a="http://schemas.openxmlformats.org/drawingml/2006/main" noGrp="1"/>
          </p:cNvSpPr>
          <p:nvPr/>
        </p:nvSpPr>
        <p:spPr>
          <a:xfrm xmlns:a="http://schemas.openxmlformats.org/drawingml/2006/main">
            <a:off x="609600" y="4810125"/>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8E621A"/>
                </a:solidFill>
                <a:latin typeface="Segoe UI"/>
                <a:ea typeface="Segoe UI"/>
                <a:cs typeface="Segoe UI"/>
              </a:defRPr>
            </a:defPPr>
            <a:lvl1pPr>
              <a:defRPr sz="1875" b="0">
                <a:solidFill>
                  <a:srgbClr val="8E621A"/>
                </a:solidFill>
                <a:latin typeface="Segoe UI"/>
                <a:ea typeface="Segoe UI"/>
                <a:cs typeface="Segoe UI"/>
              </a:defRPr>
            </a:lvl1pPr>
            <a:lvl2pPr>
              <a:defRPr sz="1875" b="0">
                <a:solidFill>
                  <a:srgbClr val="8E621A"/>
                </a:solidFill>
                <a:latin typeface="Segoe UI"/>
                <a:ea typeface="Segoe UI"/>
                <a:cs typeface="Segoe UI"/>
              </a:defRPr>
            </a:lvl2pPr>
            <a:lvl3pPr>
              <a:defRPr sz="1875" b="0">
                <a:solidFill>
                  <a:srgbClr val="8E621A"/>
                </a:solidFill>
                <a:latin typeface="Segoe UI"/>
                <a:ea typeface="Segoe UI"/>
                <a:cs typeface="Segoe UI"/>
              </a:defRPr>
            </a:lvl3pPr>
            <a:lvl4pPr>
              <a:defRPr sz="1875" b="0">
                <a:solidFill>
                  <a:srgbClr val="8E621A"/>
                </a:solidFill>
                <a:latin typeface="Segoe UI"/>
                <a:ea typeface="Segoe UI"/>
                <a:cs typeface="Segoe UI"/>
              </a:defRPr>
            </a:lvl4pPr>
            <a:lvl5pPr>
              <a:defRPr sz="1875" b="0">
                <a:solidFill>
                  <a:srgbClr val="8E621A"/>
                </a:solidFill>
                <a:latin typeface="Segoe UI"/>
                <a:ea typeface="Segoe UI"/>
                <a:cs typeface="Segoe UI"/>
              </a:defRPr>
            </a:lvl5pPr>
            <a:lvl6pPr>
              <a:defRPr sz="1875" b="0">
                <a:solidFill>
                  <a:srgbClr val="8E621A"/>
                </a:solidFill>
                <a:latin typeface="Segoe UI"/>
                <a:ea typeface="Segoe UI"/>
                <a:cs typeface="Segoe UI"/>
              </a:defRPr>
            </a:lvl6pPr>
            <a:lvl7pPr>
              <a:defRPr sz="1875" b="0">
                <a:solidFill>
                  <a:srgbClr val="8E621A"/>
                </a:solidFill>
                <a:latin typeface="Segoe UI"/>
                <a:ea typeface="Segoe UI"/>
                <a:cs typeface="Segoe UI"/>
              </a:defRPr>
            </a:lvl7pPr>
            <a:lvl8pPr>
              <a:defRPr sz="1875" b="0">
                <a:solidFill>
                  <a:srgbClr val="8E621A"/>
                </a:solidFill>
                <a:latin typeface="Segoe UI"/>
                <a:ea typeface="Segoe UI"/>
                <a:cs typeface="Segoe UI"/>
              </a:defRPr>
            </a:lvl8pPr>
            <a:lvl9pPr>
              <a:defRPr sz="1875" b="0">
                <a:solidFill>
                  <a:srgbClr val="8E621A"/>
                </a:solidFill>
                <a:latin typeface="Segoe UI"/>
                <a:ea typeface="Segoe UI"/>
                <a:cs typeface="Segoe UI"/>
              </a:defRPr>
            </a:lvl9pPr>
          </a:lstStyle>
          <a:p xmlns:a="http://schemas.openxmlformats.org/drawingml/2006/main">
            <a:pPr>
              <a:defRPr sz="1875" b="0">
                <a:solidFill>
                  <a:srgbClr val="8E621A"/>
                </a:solidFill>
                <a:latin typeface="Segoe UI"/>
                <a:ea typeface="Segoe UI"/>
                <a:cs typeface="Segoe UI"/>
              </a:defRPr>
            </a:pPr>
            <a:r>
              <a:rPr sz="1875" b="0">
                <a:solidFill>
                  <a:srgbClr val="8E621A"/>
                </a:solidFill>
                <a:latin typeface="Segoe UI"/>
                <a:ea typeface="Segoe UI"/>
                <a:cs typeface="Segoe UI"/>
              </a:rPr>
              <a:t>An invented document ID failed validation. The original error stays visible after correction.</a:t>
            </a:r>
          </a:p>
        </p:txBody>
      </p:sp>
      <p:pic>
        <p:nvPicPr>
          <p:cNvPr id="5" name="">
            <a:extLst xmlns:a="http://schemas.openxmlformats.org/drawingml/2006/main">
              <a:ext uri="{FF2B5EF4-FFF2-40B4-BE49-F238E27FC236}">
                <a16:creationId xmlns:a16="http://schemas.microsoft.com/office/drawing/2014/main" id="{B2047C68-2737-4029-A741-0FCBFFF52DDF}"/>
              </a:ext>
            </a:extLst>
          </p:cNvPr>
          <p:cNvPicPr>
            <a:picLocks xmlns:a="http://schemas.openxmlformats.org/drawingml/2006/main" noChangeAspect="1"/>
          </p:cNvPicPr>
          <p:nvPr/>
        </p:nvPicPr>
        <p:blipFill>
          <a:blip xmlns:r="http://schemas.openxmlformats.org/officeDocument/2006/relationships" xmlns:a="http://schemas.openxmlformats.org/drawingml/2006/main" r:embed="R02a911b68f4e4c27"/>
          <a:stretch xmlns:a="http://schemas.openxmlformats.org/drawingml/2006/main"/>
        </p:blipFill>
        <p:spPr>
          <a:xfrm xmlns:a="http://schemas.openxmlformats.org/drawingml/2006/main">
            <a:off x="5429250" y="1592474"/>
            <a:ext cx="6153150" cy="405405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8F55393-FCD6-4CA5-91EA-7E46993328A8}"/>
              </a:ext>
            </a:extLst>
          </p:cNvPr>
          <p:cNvSpPr>
            <a:spLocks xmlns:a="http://schemas.openxmlformats.org/drawingml/2006/main" noGrp="1"/>
          </p:cNvSpPr>
          <p:nvPr/>
        </p:nvSpPr>
        <p:spPr>
          <a:xfrm xmlns:a="http://schemas.openxmlformats.org/drawingml/2006/main">
            <a:off x="609600" y="6115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8E621A"/>
                </a:solidFill>
                <a:latin typeface="Segoe UI"/>
                <a:ea typeface="Segoe UI"/>
                <a:cs typeface="Segoe UI"/>
              </a:defRPr>
            </a:defPPr>
            <a:lvl1pPr>
              <a:defRPr sz="1500" b="0">
                <a:solidFill>
                  <a:srgbClr val="8E621A"/>
                </a:solidFill>
                <a:latin typeface="Segoe UI"/>
                <a:ea typeface="Segoe UI"/>
                <a:cs typeface="Segoe UI"/>
              </a:defRPr>
            </a:lvl1pPr>
            <a:lvl2pPr>
              <a:defRPr sz="1500" b="0">
                <a:solidFill>
                  <a:srgbClr val="8E621A"/>
                </a:solidFill>
                <a:latin typeface="Segoe UI"/>
                <a:ea typeface="Segoe UI"/>
                <a:cs typeface="Segoe UI"/>
              </a:defRPr>
            </a:lvl2pPr>
            <a:lvl3pPr>
              <a:defRPr sz="1500" b="0">
                <a:solidFill>
                  <a:srgbClr val="8E621A"/>
                </a:solidFill>
                <a:latin typeface="Segoe UI"/>
                <a:ea typeface="Segoe UI"/>
                <a:cs typeface="Segoe UI"/>
              </a:defRPr>
            </a:lvl3pPr>
            <a:lvl4pPr>
              <a:defRPr sz="1500" b="0">
                <a:solidFill>
                  <a:srgbClr val="8E621A"/>
                </a:solidFill>
                <a:latin typeface="Segoe UI"/>
                <a:ea typeface="Segoe UI"/>
                <a:cs typeface="Segoe UI"/>
              </a:defRPr>
            </a:lvl4pPr>
            <a:lvl5pPr>
              <a:defRPr sz="1500" b="0">
                <a:solidFill>
                  <a:srgbClr val="8E621A"/>
                </a:solidFill>
                <a:latin typeface="Segoe UI"/>
                <a:ea typeface="Segoe UI"/>
                <a:cs typeface="Segoe UI"/>
              </a:defRPr>
            </a:lvl5pPr>
            <a:lvl6pPr>
              <a:defRPr sz="1500" b="0">
                <a:solidFill>
                  <a:srgbClr val="8E621A"/>
                </a:solidFill>
                <a:latin typeface="Segoe UI"/>
                <a:ea typeface="Segoe UI"/>
                <a:cs typeface="Segoe UI"/>
              </a:defRPr>
            </a:lvl6pPr>
            <a:lvl7pPr>
              <a:defRPr sz="1500" b="0">
                <a:solidFill>
                  <a:srgbClr val="8E621A"/>
                </a:solidFill>
                <a:latin typeface="Segoe UI"/>
                <a:ea typeface="Segoe UI"/>
                <a:cs typeface="Segoe UI"/>
              </a:defRPr>
            </a:lvl7pPr>
            <a:lvl8pPr>
              <a:defRPr sz="1500" b="0">
                <a:solidFill>
                  <a:srgbClr val="8E621A"/>
                </a:solidFill>
                <a:latin typeface="Segoe UI"/>
                <a:ea typeface="Segoe UI"/>
                <a:cs typeface="Segoe UI"/>
              </a:defRPr>
            </a:lvl8pPr>
            <a:lvl9pPr>
              <a:defRPr sz="1500" b="0">
                <a:solidFill>
                  <a:srgbClr val="8E621A"/>
                </a:solidFill>
                <a:latin typeface="Segoe UI"/>
                <a:ea typeface="Segoe UI"/>
                <a:cs typeface="Segoe UI"/>
              </a:defRPr>
            </a:lvl9pPr>
          </a:lstStyle>
          <a:p xmlns:a="http://schemas.openxmlformats.org/drawingml/2006/main">
            <a:pPr>
              <a:defRPr sz="1500" b="0">
                <a:solidFill>
                  <a:srgbClr val="8E621A"/>
                </a:solidFill>
                <a:latin typeface="Segoe UI"/>
                <a:ea typeface="Segoe UI"/>
                <a:cs typeface="Segoe UI"/>
              </a:defRPr>
            </a:pPr>
            <a:r>
              <a:rPr sz="1500" b="0">
                <a:solidFill>
                  <a:srgbClr val="8E621A"/>
                </a:solidFill>
                <a:latin typeface="Segoe UI"/>
                <a:ea typeface="Segoe UI"/>
                <a:cs typeface="Segoe UI"/>
              </a:rPr>
              <a:t>Stored genuine Evolus result. Synthetic records. Agent-operated review.</a:t>
            </a:r>
          </a:p>
        </p:txBody>
      </p:sp>
    </p:spTree>
    <p:extLst>
      <p:ext uri="{BB962C8B-B14F-4D97-AF65-F5344CB8AC3E}">
        <p14:creationId xmlns:p14="http://schemas.microsoft.com/office/powerpoint/2010/main" val="1691146710"/>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BEF7F5-AF72-4944-B3AC-1D786ECB074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2235"/>
                </a:solidFill>
                <a:latin typeface="Segoe UI"/>
                <a:ea typeface="Segoe UI"/>
                <a:cs typeface="Segoe UI"/>
              </a:defRPr>
            </a:defPPr>
            <a:lvl1pPr>
              <a:defRPr sz="3150" b="1">
                <a:solidFill>
                  <a:srgbClr val="142235"/>
                </a:solidFill>
                <a:latin typeface="Segoe UI"/>
                <a:ea typeface="Segoe UI"/>
                <a:cs typeface="Segoe UI"/>
              </a:defRPr>
            </a:lvl1pPr>
            <a:lvl2pPr>
              <a:defRPr sz="3150" b="1">
                <a:solidFill>
                  <a:srgbClr val="142235"/>
                </a:solidFill>
                <a:latin typeface="Segoe UI"/>
                <a:ea typeface="Segoe UI"/>
                <a:cs typeface="Segoe UI"/>
              </a:defRPr>
            </a:lvl2pPr>
            <a:lvl3pPr>
              <a:defRPr sz="3150" b="1">
                <a:solidFill>
                  <a:srgbClr val="142235"/>
                </a:solidFill>
                <a:latin typeface="Segoe UI"/>
                <a:ea typeface="Segoe UI"/>
                <a:cs typeface="Segoe UI"/>
              </a:defRPr>
            </a:lvl3pPr>
            <a:lvl4pPr>
              <a:defRPr sz="3150" b="1">
                <a:solidFill>
                  <a:srgbClr val="142235"/>
                </a:solidFill>
                <a:latin typeface="Segoe UI"/>
                <a:ea typeface="Segoe UI"/>
                <a:cs typeface="Segoe UI"/>
              </a:defRPr>
            </a:lvl4pPr>
            <a:lvl5pPr>
              <a:defRPr sz="3150" b="1">
                <a:solidFill>
                  <a:srgbClr val="142235"/>
                </a:solidFill>
                <a:latin typeface="Segoe UI"/>
                <a:ea typeface="Segoe UI"/>
                <a:cs typeface="Segoe UI"/>
              </a:defRPr>
            </a:lvl5pPr>
            <a:lvl6pPr>
              <a:defRPr sz="3150" b="1">
                <a:solidFill>
                  <a:srgbClr val="142235"/>
                </a:solidFill>
                <a:latin typeface="Segoe UI"/>
                <a:ea typeface="Segoe UI"/>
                <a:cs typeface="Segoe UI"/>
              </a:defRPr>
            </a:lvl6pPr>
            <a:lvl7pPr>
              <a:defRPr sz="3150" b="1">
                <a:solidFill>
                  <a:srgbClr val="142235"/>
                </a:solidFill>
                <a:latin typeface="Segoe UI"/>
                <a:ea typeface="Segoe UI"/>
                <a:cs typeface="Segoe UI"/>
              </a:defRPr>
            </a:lvl7pPr>
            <a:lvl8pPr>
              <a:defRPr sz="3150" b="1">
                <a:solidFill>
                  <a:srgbClr val="142235"/>
                </a:solidFill>
                <a:latin typeface="Segoe UI"/>
                <a:ea typeface="Segoe UI"/>
                <a:cs typeface="Segoe UI"/>
              </a:defRPr>
            </a:lvl8pPr>
            <a:lvl9pPr>
              <a:defRPr sz="3150" b="1">
                <a:solidFill>
                  <a:srgbClr val="142235"/>
                </a:solidFill>
                <a:latin typeface="Segoe UI"/>
                <a:ea typeface="Segoe UI"/>
                <a:cs typeface="Segoe UI"/>
              </a:defRPr>
            </a:lvl9pPr>
          </a:lstStyle>
          <a:p xmlns:a="http://schemas.openxmlformats.org/drawingml/2006/main">
            <a:pPr>
              <a:defRPr sz="3150" b="1">
                <a:solidFill>
                  <a:srgbClr val="142235"/>
                </a:solidFill>
                <a:latin typeface="Segoe UI"/>
                <a:ea typeface="Segoe UI"/>
                <a:cs typeface="Segoe UI"/>
              </a:defRPr>
            </a:pPr>
            <a:r>
              <a:rPr sz="3150" b="1">
                <a:solidFill>
                  <a:srgbClr val="142235"/>
                </a:solidFill>
                <a:latin typeface="Segoe UI"/>
                <a:ea typeface="Segoe UI"/>
                <a:cs typeface="Segoe UI"/>
              </a:rPr>
              <a:t>Ask for the missing fact</a:t>
            </a:r>
          </a:p>
        </p:txBody>
      </p:sp>
      <p:sp>
        <p:nvSpPr>
          <p:cNvPr id="2" name="">
            <a:extLst xmlns:a="http://schemas.openxmlformats.org/drawingml/2006/main">
              <a:ext uri="{FF2B5EF4-FFF2-40B4-BE49-F238E27FC236}">
                <a16:creationId xmlns:a16="http://schemas.microsoft.com/office/drawing/2014/main" id="{A0642165-11A0-42F8-A357-A5DABD13CA07}"/>
              </a:ext>
            </a:extLst>
          </p:cNvPr>
          <p:cNvSpPr>
            <a:spLocks xmlns:a="http://schemas.openxmlformats.org/drawingml/2006/main" noGrp="1"/>
          </p:cNvSpPr>
          <p:nvPr/>
        </p:nvSpPr>
        <p:spPr>
          <a:xfrm xmlns:a="http://schemas.openxmlformats.org/drawingml/2006/main">
            <a:off x="609600" y="16954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42235"/>
                </a:solidFill>
                <a:latin typeface="Segoe UI"/>
                <a:ea typeface="Segoe UI"/>
                <a:cs typeface="Segoe UI"/>
              </a:defRPr>
            </a:defPPr>
            <a:lvl1pPr>
              <a:defRPr sz="2625" b="1">
                <a:solidFill>
                  <a:srgbClr val="142235"/>
                </a:solidFill>
                <a:latin typeface="Segoe UI"/>
                <a:ea typeface="Segoe UI"/>
                <a:cs typeface="Segoe UI"/>
              </a:defRPr>
            </a:lvl1pPr>
            <a:lvl2pPr>
              <a:defRPr sz="2625" b="1">
                <a:solidFill>
                  <a:srgbClr val="142235"/>
                </a:solidFill>
                <a:latin typeface="Segoe UI"/>
                <a:ea typeface="Segoe UI"/>
                <a:cs typeface="Segoe UI"/>
              </a:defRPr>
            </a:lvl2pPr>
            <a:lvl3pPr>
              <a:defRPr sz="2625" b="1">
                <a:solidFill>
                  <a:srgbClr val="142235"/>
                </a:solidFill>
                <a:latin typeface="Segoe UI"/>
                <a:ea typeface="Segoe UI"/>
                <a:cs typeface="Segoe UI"/>
              </a:defRPr>
            </a:lvl3pPr>
            <a:lvl4pPr>
              <a:defRPr sz="2625" b="1">
                <a:solidFill>
                  <a:srgbClr val="142235"/>
                </a:solidFill>
                <a:latin typeface="Segoe UI"/>
                <a:ea typeface="Segoe UI"/>
                <a:cs typeface="Segoe UI"/>
              </a:defRPr>
            </a:lvl4pPr>
            <a:lvl5pPr>
              <a:defRPr sz="2625" b="1">
                <a:solidFill>
                  <a:srgbClr val="142235"/>
                </a:solidFill>
                <a:latin typeface="Segoe UI"/>
                <a:ea typeface="Segoe UI"/>
                <a:cs typeface="Segoe UI"/>
              </a:defRPr>
            </a:lvl5pPr>
            <a:lvl6pPr>
              <a:defRPr sz="2625" b="1">
                <a:solidFill>
                  <a:srgbClr val="142235"/>
                </a:solidFill>
                <a:latin typeface="Segoe UI"/>
                <a:ea typeface="Segoe UI"/>
                <a:cs typeface="Segoe UI"/>
              </a:defRPr>
            </a:lvl6pPr>
            <a:lvl7pPr>
              <a:defRPr sz="2625" b="1">
                <a:solidFill>
                  <a:srgbClr val="142235"/>
                </a:solidFill>
                <a:latin typeface="Segoe UI"/>
                <a:ea typeface="Segoe UI"/>
                <a:cs typeface="Segoe UI"/>
              </a:defRPr>
            </a:lvl7pPr>
            <a:lvl8pPr>
              <a:defRPr sz="2625" b="1">
                <a:solidFill>
                  <a:srgbClr val="142235"/>
                </a:solidFill>
                <a:latin typeface="Segoe UI"/>
                <a:ea typeface="Segoe UI"/>
                <a:cs typeface="Segoe UI"/>
              </a:defRPr>
            </a:lvl8pPr>
            <a:lvl9pPr>
              <a:defRPr sz="2625" b="1">
                <a:solidFill>
                  <a:srgbClr val="142235"/>
                </a:solidFill>
                <a:latin typeface="Segoe UI"/>
                <a:ea typeface="Segoe UI"/>
                <a:cs typeface="Segoe UI"/>
              </a:defRPr>
            </a:lvl9pPr>
          </a:lstStyle>
          <a:p xmlns:a="http://schemas.openxmlformats.org/drawingml/2006/main">
            <a:pPr>
              <a:defRPr sz="2625" b="1">
                <a:solidFill>
                  <a:srgbClr val="142235"/>
                </a:solidFill>
                <a:latin typeface="Segoe UI"/>
                <a:ea typeface="Segoe UI"/>
                <a:cs typeface="Segoe UI"/>
              </a:defRPr>
            </a:pPr>
            <a:r>
              <a:rPr sz="2625" b="1">
                <a:solidFill>
                  <a:srgbClr val="142235"/>
                </a:solidFill>
                <a:latin typeface="Segoe UI"/>
                <a:ea typeface="Segoe UI"/>
                <a:cs typeface="Segoe UI"/>
              </a:rPr>
              <a:t>A specific next request</a:t>
            </a:r>
          </a:p>
        </p:txBody>
      </p:sp>
      <p:sp>
        <p:nvSpPr>
          <p:cNvPr id="3" name="">
            <a:extLst xmlns:a="http://schemas.openxmlformats.org/drawingml/2006/main">
              <a:ext uri="{FF2B5EF4-FFF2-40B4-BE49-F238E27FC236}">
                <a16:creationId xmlns:a16="http://schemas.microsoft.com/office/drawing/2014/main" id="{B6E93D69-061C-4D06-90EF-2934048734C3}"/>
              </a:ext>
            </a:extLst>
          </p:cNvPr>
          <p:cNvSpPr>
            <a:spLocks xmlns:a="http://schemas.openxmlformats.org/drawingml/2006/main" noGrp="1"/>
          </p:cNvSpPr>
          <p:nvPr/>
        </p:nvSpPr>
        <p:spPr>
          <a:xfrm xmlns:a="http://schemas.openxmlformats.org/drawingml/2006/main">
            <a:off x="609600" y="2762250"/>
            <a:ext cx="438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Rank known gaps with visible rules. Keep conditional impact separate from applied restrictions.</a:t>
            </a:r>
          </a:p>
        </p:txBody>
      </p:sp>
      <p:sp>
        <p:nvSpPr>
          <p:cNvPr id="4" name="">
            <a:extLst xmlns:a="http://schemas.openxmlformats.org/drawingml/2006/main">
              <a:ext uri="{FF2B5EF4-FFF2-40B4-BE49-F238E27FC236}">
                <a16:creationId xmlns:a16="http://schemas.microsoft.com/office/drawing/2014/main" id="{FF85F154-0ABC-47D7-A6FB-3F3E73BF3614}"/>
              </a:ext>
            </a:extLst>
          </p:cNvPr>
          <p:cNvSpPr>
            <a:spLocks xmlns:a="http://schemas.openxmlformats.org/drawingml/2006/main" noGrp="1"/>
          </p:cNvSpPr>
          <p:nvPr/>
        </p:nvSpPr>
        <p:spPr>
          <a:xfrm xmlns:a="http://schemas.openxmlformats.org/drawingml/2006/main">
            <a:off x="609600" y="466725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Original-linked English, Russian and Italian evidence requires qualified critical review.</a:t>
            </a:r>
          </a:p>
        </p:txBody>
      </p:sp>
      <p:pic>
        <p:nvPicPr>
          <p:cNvPr id="5" name="">
            <a:extLst xmlns:a="http://schemas.openxmlformats.org/drawingml/2006/main">
              <a:ext uri="{FF2B5EF4-FFF2-40B4-BE49-F238E27FC236}">
                <a16:creationId xmlns:a16="http://schemas.microsoft.com/office/drawing/2014/main" id="{E2B445EE-5317-4686-BF6B-8551920DCF4B}"/>
              </a:ext>
            </a:extLst>
          </p:cNvPr>
          <p:cNvPicPr>
            <a:picLocks xmlns:a="http://schemas.openxmlformats.org/drawingml/2006/main" noChangeAspect="1"/>
          </p:cNvPicPr>
          <p:nvPr/>
        </p:nvPicPr>
        <p:blipFill>
          <a:blip xmlns:r="http://schemas.openxmlformats.org/officeDocument/2006/relationships" xmlns:a="http://schemas.openxmlformats.org/drawingml/2006/main" r:embed="R0346c5dd6372461c"/>
          <a:stretch xmlns:a="http://schemas.openxmlformats.org/drawingml/2006/main"/>
        </p:blipFill>
        <p:spPr>
          <a:xfrm xmlns:a="http://schemas.openxmlformats.org/drawingml/2006/main">
            <a:off x="5429250" y="1592474"/>
            <a:ext cx="6153150" cy="405405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D88321-8C74-46BF-AD05-2627C0185D7D}"/>
              </a:ext>
            </a:extLst>
          </p:cNvPr>
          <p:cNvSpPr>
            <a:spLocks xmlns:a="http://schemas.openxmlformats.org/drawingml/2006/main" noGrp="1"/>
          </p:cNvSpPr>
          <p:nvPr/>
        </p:nvSpPr>
        <p:spPr>
          <a:xfrm xmlns:a="http://schemas.openxmlformats.org/drawingml/2006/main">
            <a:off x="609600" y="6115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8E621A"/>
                </a:solidFill>
                <a:latin typeface="Segoe UI"/>
                <a:ea typeface="Segoe UI"/>
                <a:cs typeface="Segoe UI"/>
              </a:defRPr>
            </a:defPPr>
            <a:lvl1pPr>
              <a:defRPr sz="1500" b="0">
                <a:solidFill>
                  <a:srgbClr val="8E621A"/>
                </a:solidFill>
                <a:latin typeface="Segoe UI"/>
                <a:ea typeface="Segoe UI"/>
                <a:cs typeface="Segoe UI"/>
              </a:defRPr>
            </a:lvl1pPr>
            <a:lvl2pPr>
              <a:defRPr sz="1500" b="0">
                <a:solidFill>
                  <a:srgbClr val="8E621A"/>
                </a:solidFill>
                <a:latin typeface="Segoe UI"/>
                <a:ea typeface="Segoe UI"/>
                <a:cs typeface="Segoe UI"/>
              </a:defRPr>
            </a:lvl2pPr>
            <a:lvl3pPr>
              <a:defRPr sz="1500" b="0">
                <a:solidFill>
                  <a:srgbClr val="8E621A"/>
                </a:solidFill>
                <a:latin typeface="Segoe UI"/>
                <a:ea typeface="Segoe UI"/>
                <a:cs typeface="Segoe UI"/>
              </a:defRPr>
            </a:lvl3pPr>
            <a:lvl4pPr>
              <a:defRPr sz="1500" b="0">
                <a:solidFill>
                  <a:srgbClr val="8E621A"/>
                </a:solidFill>
                <a:latin typeface="Segoe UI"/>
                <a:ea typeface="Segoe UI"/>
                <a:cs typeface="Segoe UI"/>
              </a:defRPr>
            </a:lvl4pPr>
            <a:lvl5pPr>
              <a:defRPr sz="1500" b="0">
                <a:solidFill>
                  <a:srgbClr val="8E621A"/>
                </a:solidFill>
                <a:latin typeface="Segoe UI"/>
                <a:ea typeface="Segoe UI"/>
                <a:cs typeface="Segoe UI"/>
              </a:defRPr>
            </a:lvl5pPr>
            <a:lvl6pPr>
              <a:defRPr sz="1500" b="0">
                <a:solidFill>
                  <a:srgbClr val="8E621A"/>
                </a:solidFill>
                <a:latin typeface="Segoe UI"/>
                <a:ea typeface="Segoe UI"/>
                <a:cs typeface="Segoe UI"/>
              </a:defRPr>
            </a:lvl6pPr>
            <a:lvl7pPr>
              <a:defRPr sz="1500" b="0">
                <a:solidFill>
                  <a:srgbClr val="8E621A"/>
                </a:solidFill>
                <a:latin typeface="Segoe UI"/>
                <a:ea typeface="Segoe UI"/>
                <a:cs typeface="Segoe UI"/>
              </a:defRPr>
            </a:lvl7pPr>
            <a:lvl8pPr>
              <a:defRPr sz="1500" b="0">
                <a:solidFill>
                  <a:srgbClr val="8E621A"/>
                </a:solidFill>
                <a:latin typeface="Segoe UI"/>
                <a:ea typeface="Segoe UI"/>
                <a:cs typeface="Segoe UI"/>
              </a:defRPr>
            </a:lvl8pPr>
            <a:lvl9pPr>
              <a:defRPr sz="1500" b="0">
                <a:solidFill>
                  <a:srgbClr val="8E621A"/>
                </a:solidFill>
                <a:latin typeface="Segoe UI"/>
                <a:ea typeface="Segoe UI"/>
                <a:cs typeface="Segoe UI"/>
              </a:defRPr>
            </a:lvl9pPr>
          </a:lstStyle>
          <a:p xmlns:a="http://schemas.openxmlformats.org/drawingml/2006/main">
            <a:pPr>
              <a:defRPr sz="1500" b="0">
                <a:solidFill>
                  <a:srgbClr val="8E621A"/>
                </a:solidFill>
                <a:latin typeface="Segoe UI"/>
                <a:ea typeface="Segoe UI"/>
                <a:cs typeface="Segoe UI"/>
              </a:defRPr>
            </a:pPr>
            <a:r>
              <a:rPr sz="1500" b="0">
                <a:solidFill>
                  <a:srgbClr val="8E621A"/>
                </a:solidFill>
                <a:latin typeface="Segoe UI"/>
                <a:ea typeface="Segoe UI"/>
                <a:cs typeface="Segoe UI"/>
              </a:rPr>
              <a:t>Stored direct AMD result. No inference during recording. No messages sent.</a:t>
            </a:r>
          </a:p>
        </p:txBody>
      </p:sp>
    </p:spTree>
    <p:extLst>
      <p:ext uri="{BB962C8B-B14F-4D97-AF65-F5344CB8AC3E}">
        <p14:creationId xmlns:p14="http://schemas.microsoft.com/office/powerpoint/2010/main" val="748597506"/>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6C8376-D2B1-4B82-A42C-D79BC4F2DF0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2235"/>
                </a:solidFill>
                <a:latin typeface="Segoe UI"/>
                <a:ea typeface="Segoe UI"/>
                <a:cs typeface="Segoe UI"/>
              </a:defRPr>
            </a:defPPr>
            <a:lvl1pPr>
              <a:defRPr sz="3150" b="1">
                <a:solidFill>
                  <a:srgbClr val="142235"/>
                </a:solidFill>
                <a:latin typeface="Segoe UI"/>
                <a:ea typeface="Segoe UI"/>
                <a:cs typeface="Segoe UI"/>
              </a:defRPr>
            </a:lvl1pPr>
            <a:lvl2pPr>
              <a:defRPr sz="3150" b="1">
                <a:solidFill>
                  <a:srgbClr val="142235"/>
                </a:solidFill>
                <a:latin typeface="Segoe UI"/>
                <a:ea typeface="Segoe UI"/>
                <a:cs typeface="Segoe UI"/>
              </a:defRPr>
            </a:lvl2pPr>
            <a:lvl3pPr>
              <a:defRPr sz="3150" b="1">
                <a:solidFill>
                  <a:srgbClr val="142235"/>
                </a:solidFill>
                <a:latin typeface="Segoe UI"/>
                <a:ea typeface="Segoe UI"/>
                <a:cs typeface="Segoe UI"/>
              </a:defRPr>
            </a:lvl3pPr>
            <a:lvl4pPr>
              <a:defRPr sz="3150" b="1">
                <a:solidFill>
                  <a:srgbClr val="142235"/>
                </a:solidFill>
                <a:latin typeface="Segoe UI"/>
                <a:ea typeface="Segoe UI"/>
                <a:cs typeface="Segoe UI"/>
              </a:defRPr>
            </a:lvl4pPr>
            <a:lvl5pPr>
              <a:defRPr sz="3150" b="1">
                <a:solidFill>
                  <a:srgbClr val="142235"/>
                </a:solidFill>
                <a:latin typeface="Segoe UI"/>
                <a:ea typeface="Segoe UI"/>
                <a:cs typeface="Segoe UI"/>
              </a:defRPr>
            </a:lvl5pPr>
            <a:lvl6pPr>
              <a:defRPr sz="3150" b="1">
                <a:solidFill>
                  <a:srgbClr val="142235"/>
                </a:solidFill>
                <a:latin typeface="Segoe UI"/>
                <a:ea typeface="Segoe UI"/>
                <a:cs typeface="Segoe UI"/>
              </a:defRPr>
            </a:lvl6pPr>
            <a:lvl7pPr>
              <a:defRPr sz="3150" b="1">
                <a:solidFill>
                  <a:srgbClr val="142235"/>
                </a:solidFill>
                <a:latin typeface="Segoe UI"/>
                <a:ea typeface="Segoe UI"/>
                <a:cs typeface="Segoe UI"/>
              </a:defRPr>
            </a:lvl7pPr>
            <a:lvl8pPr>
              <a:defRPr sz="3150" b="1">
                <a:solidFill>
                  <a:srgbClr val="142235"/>
                </a:solidFill>
                <a:latin typeface="Segoe UI"/>
                <a:ea typeface="Segoe UI"/>
                <a:cs typeface="Segoe UI"/>
              </a:defRPr>
            </a:lvl8pPr>
            <a:lvl9pPr>
              <a:defRPr sz="3150" b="1">
                <a:solidFill>
                  <a:srgbClr val="142235"/>
                </a:solidFill>
                <a:latin typeface="Segoe UI"/>
                <a:ea typeface="Segoe UI"/>
                <a:cs typeface="Segoe UI"/>
              </a:defRPr>
            </a:lvl9pPr>
          </a:lstStyle>
          <a:p xmlns:a="http://schemas.openxmlformats.org/drawingml/2006/main">
            <a:pPr>
              <a:defRPr sz="3150" b="1">
                <a:solidFill>
                  <a:srgbClr val="142235"/>
                </a:solidFill>
                <a:latin typeface="Segoe UI"/>
                <a:ea typeface="Segoe UI"/>
                <a:cs typeface="Segoe UI"/>
              </a:defRPr>
            </a:pPr>
            <a:r>
              <a:rPr sz="3150" b="1">
                <a:solidFill>
                  <a:srgbClr val="142235"/>
                </a:solidFill>
                <a:latin typeface="Segoe UI"/>
                <a:ea typeface="Segoe UI"/>
                <a:cs typeface="Segoe UI"/>
              </a:rPr>
              <a:t>Inspect identity before association</a:t>
            </a:r>
          </a:p>
        </p:txBody>
      </p:sp>
      <p:sp>
        <p:nvSpPr>
          <p:cNvPr id="2" name="">
            <a:extLst xmlns:a="http://schemas.openxmlformats.org/drawingml/2006/main">
              <a:ext uri="{FF2B5EF4-FFF2-40B4-BE49-F238E27FC236}">
                <a16:creationId xmlns:a16="http://schemas.microsoft.com/office/drawing/2014/main" id="{BD903992-6A45-4977-99FE-27AB861E5CD7}"/>
              </a:ext>
            </a:extLst>
          </p:cNvPr>
          <p:cNvSpPr>
            <a:spLocks xmlns:a="http://schemas.openxmlformats.org/drawingml/2006/main" noGrp="1"/>
          </p:cNvSpPr>
          <p:nvPr/>
        </p:nvSpPr>
        <p:spPr>
          <a:xfrm xmlns:a="http://schemas.openxmlformats.org/drawingml/2006/main">
            <a:off x="609600" y="16954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42235"/>
                </a:solidFill>
                <a:latin typeface="Segoe UI"/>
                <a:ea typeface="Segoe UI"/>
                <a:cs typeface="Segoe UI"/>
              </a:defRPr>
            </a:defPPr>
            <a:lvl1pPr>
              <a:defRPr sz="2625" b="1">
                <a:solidFill>
                  <a:srgbClr val="142235"/>
                </a:solidFill>
                <a:latin typeface="Segoe UI"/>
                <a:ea typeface="Segoe UI"/>
                <a:cs typeface="Segoe UI"/>
              </a:defRPr>
            </a:lvl1pPr>
            <a:lvl2pPr>
              <a:defRPr sz="2625" b="1">
                <a:solidFill>
                  <a:srgbClr val="142235"/>
                </a:solidFill>
                <a:latin typeface="Segoe UI"/>
                <a:ea typeface="Segoe UI"/>
                <a:cs typeface="Segoe UI"/>
              </a:defRPr>
            </a:lvl2pPr>
            <a:lvl3pPr>
              <a:defRPr sz="2625" b="1">
                <a:solidFill>
                  <a:srgbClr val="142235"/>
                </a:solidFill>
                <a:latin typeface="Segoe UI"/>
                <a:ea typeface="Segoe UI"/>
                <a:cs typeface="Segoe UI"/>
              </a:defRPr>
            </a:lvl3pPr>
            <a:lvl4pPr>
              <a:defRPr sz="2625" b="1">
                <a:solidFill>
                  <a:srgbClr val="142235"/>
                </a:solidFill>
                <a:latin typeface="Segoe UI"/>
                <a:ea typeface="Segoe UI"/>
                <a:cs typeface="Segoe UI"/>
              </a:defRPr>
            </a:lvl4pPr>
            <a:lvl5pPr>
              <a:defRPr sz="2625" b="1">
                <a:solidFill>
                  <a:srgbClr val="142235"/>
                </a:solidFill>
                <a:latin typeface="Segoe UI"/>
                <a:ea typeface="Segoe UI"/>
                <a:cs typeface="Segoe UI"/>
              </a:defRPr>
            </a:lvl5pPr>
            <a:lvl6pPr>
              <a:defRPr sz="2625" b="1">
                <a:solidFill>
                  <a:srgbClr val="142235"/>
                </a:solidFill>
                <a:latin typeface="Segoe UI"/>
                <a:ea typeface="Segoe UI"/>
                <a:cs typeface="Segoe UI"/>
              </a:defRPr>
            </a:lvl6pPr>
            <a:lvl7pPr>
              <a:defRPr sz="2625" b="1">
                <a:solidFill>
                  <a:srgbClr val="142235"/>
                </a:solidFill>
                <a:latin typeface="Segoe UI"/>
                <a:ea typeface="Segoe UI"/>
                <a:cs typeface="Segoe UI"/>
              </a:defRPr>
            </a:lvl7pPr>
            <a:lvl8pPr>
              <a:defRPr sz="2625" b="1">
                <a:solidFill>
                  <a:srgbClr val="142235"/>
                </a:solidFill>
                <a:latin typeface="Segoe UI"/>
                <a:ea typeface="Segoe UI"/>
                <a:cs typeface="Segoe UI"/>
              </a:defRPr>
            </a:lvl8pPr>
            <a:lvl9pPr>
              <a:defRPr sz="2625" b="1">
                <a:solidFill>
                  <a:srgbClr val="142235"/>
                </a:solidFill>
                <a:latin typeface="Segoe UI"/>
                <a:ea typeface="Segoe UI"/>
                <a:cs typeface="Segoe UI"/>
              </a:defRPr>
            </a:lvl9pPr>
          </a:lstStyle>
          <a:p xmlns:a="http://schemas.openxmlformats.org/drawingml/2006/main">
            <a:pPr>
              <a:defRPr sz="2625" b="1">
                <a:solidFill>
                  <a:srgbClr val="142235"/>
                </a:solidFill>
                <a:latin typeface="Segoe UI"/>
                <a:ea typeface="Segoe UI"/>
                <a:cs typeface="Segoe UI"/>
              </a:defRPr>
            </a:pPr>
            <a:r>
              <a:rPr sz="2625" b="1">
                <a:solidFill>
                  <a:srgbClr val="142235"/>
                </a:solidFill>
                <a:latin typeface="Segoe UI"/>
                <a:ea typeface="Segoe UI"/>
                <a:cs typeface="Segoe UI"/>
              </a:rPr>
              <a:t>Exact spelling matters</a:t>
            </a:r>
          </a:p>
        </p:txBody>
      </p:sp>
      <p:sp>
        <p:nvSpPr>
          <p:cNvPr id="3" name="">
            <a:extLst xmlns:a="http://schemas.openxmlformats.org/drawingml/2006/main">
              <a:ext uri="{FF2B5EF4-FFF2-40B4-BE49-F238E27FC236}">
                <a16:creationId xmlns:a16="http://schemas.microsoft.com/office/drawing/2014/main" id="{E7453473-729D-44AB-BA8B-0765B1A09301}"/>
              </a:ext>
            </a:extLst>
          </p:cNvPr>
          <p:cNvSpPr>
            <a:spLocks xmlns:a="http://schemas.openxmlformats.org/drawingml/2006/main" noGrp="1"/>
          </p:cNvSpPr>
          <p:nvPr/>
        </p:nvSpPr>
        <p:spPr>
          <a:xfrm xmlns:a="http://schemas.openxmlformats.org/drawingml/2006/main">
            <a:off x="609600" y="2762250"/>
            <a:ext cx="4381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Preserve the original and crop. Review the proposed reading against the document identity before association.</a:t>
            </a:r>
          </a:p>
        </p:txBody>
      </p:sp>
      <p:sp>
        <p:nvSpPr>
          <p:cNvPr id="4" name="">
            <a:extLst xmlns:a="http://schemas.openxmlformats.org/drawingml/2006/main">
              <a:ext uri="{FF2B5EF4-FFF2-40B4-BE49-F238E27FC236}">
                <a16:creationId xmlns:a16="http://schemas.microsoft.com/office/drawing/2014/main" id="{BD830C59-776D-430F-9760-A33DD4EDC700}"/>
              </a:ext>
            </a:extLst>
          </p:cNvPr>
          <p:cNvSpPr>
            <a:spLocks xmlns:a="http://schemas.openxmlformats.org/drawingml/2006/main" noGrp="1"/>
          </p:cNvSpPr>
          <p:nvPr/>
        </p:nvSpPr>
        <p:spPr>
          <a:xfrm xmlns:a="http://schemas.openxmlformats.org/drawingml/2006/main">
            <a:off x="609600" y="4762500"/>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8E621A"/>
                </a:solidFill>
                <a:latin typeface="Segoe UI"/>
                <a:ea typeface="Segoe UI"/>
                <a:cs typeface="Segoe UI"/>
              </a:defRPr>
            </a:defPPr>
            <a:lvl1pPr>
              <a:defRPr sz="1875" b="0">
                <a:solidFill>
                  <a:srgbClr val="8E621A"/>
                </a:solidFill>
                <a:latin typeface="Segoe UI"/>
                <a:ea typeface="Segoe UI"/>
                <a:cs typeface="Segoe UI"/>
              </a:defRPr>
            </a:lvl1pPr>
            <a:lvl2pPr>
              <a:defRPr sz="1875" b="0">
                <a:solidFill>
                  <a:srgbClr val="8E621A"/>
                </a:solidFill>
                <a:latin typeface="Segoe UI"/>
                <a:ea typeface="Segoe UI"/>
                <a:cs typeface="Segoe UI"/>
              </a:defRPr>
            </a:lvl2pPr>
            <a:lvl3pPr>
              <a:defRPr sz="1875" b="0">
                <a:solidFill>
                  <a:srgbClr val="8E621A"/>
                </a:solidFill>
                <a:latin typeface="Segoe UI"/>
                <a:ea typeface="Segoe UI"/>
                <a:cs typeface="Segoe UI"/>
              </a:defRPr>
            </a:lvl3pPr>
            <a:lvl4pPr>
              <a:defRPr sz="1875" b="0">
                <a:solidFill>
                  <a:srgbClr val="8E621A"/>
                </a:solidFill>
                <a:latin typeface="Segoe UI"/>
                <a:ea typeface="Segoe UI"/>
                <a:cs typeface="Segoe UI"/>
              </a:defRPr>
            </a:lvl4pPr>
            <a:lvl5pPr>
              <a:defRPr sz="1875" b="0">
                <a:solidFill>
                  <a:srgbClr val="8E621A"/>
                </a:solidFill>
                <a:latin typeface="Segoe UI"/>
                <a:ea typeface="Segoe UI"/>
                <a:cs typeface="Segoe UI"/>
              </a:defRPr>
            </a:lvl5pPr>
            <a:lvl6pPr>
              <a:defRPr sz="1875" b="0">
                <a:solidFill>
                  <a:srgbClr val="8E621A"/>
                </a:solidFill>
                <a:latin typeface="Segoe UI"/>
                <a:ea typeface="Segoe UI"/>
                <a:cs typeface="Segoe UI"/>
              </a:defRPr>
            </a:lvl6pPr>
            <a:lvl7pPr>
              <a:defRPr sz="1875" b="0">
                <a:solidFill>
                  <a:srgbClr val="8E621A"/>
                </a:solidFill>
                <a:latin typeface="Segoe UI"/>
                <a:ea typeface="Segoe UI"/>
                <a:cs typeface="Segoe UI"/>
              </a:defRPr>
            </a:lvl7pPr>
            <a:lvl8pPr>
              <a:defRPr sz="1875" b="0">
                <a:solidFill>
                  <a:srgbClr val="8E621A"/>
                </a:solidFill>
                <a:latin typeface="Segoe UI"/>
                <a:ea typeface="Segoe UI"/>
                <a:cs typeface="Segoe UI"/>
              </a:defRPr>
            </a:lvl8pPr>
            <a:lvl9pPr>
              <a:defRPr sz="1875" b="0">
                <a:solidFill>
                  <a:srgbClr val="8E621A"/>
                </a:solidFill>
                <a:latin typeface="Segoe UI"/>
                <a:ea typeface="Segoe UI"/>
                <a:cs typeface="Segoe UI"/>
              </a:defRPr>
            </a:lvl9pPr>
          </a:lstStyle>
          <a:p xmlns:a="http://schemas.openxmlformats.org/drawingml/2006/main">
            <a:pPr>
              <a:defRPr sz="1875" b="0">
                <a:solidFill>
                  <a:srgbClr val="8E621A"/>
                </a:solidFill>
                <a:latin typeface="Segoe UI"/>
                <a:ea typeface="Segoe UI"/>
                <a:cs typeface="Segoe UI"/>
              </a:defRPr>
            </a:pPr>
            <a:r>
              <a:rPr sz="1875" b="0">
                <a:solidFill>
                  <a:srgbClr val="8E621A"/>
                </a:solidFill>
                <a:latin typeface="Segoe UI"/>
                <a:ea typeface="Segoe UI"/>
                <a:cs typeface="Segoe UI"/>
              </a:rPr>
              <a:t>Five synthetic image responses passed their transcription checks. Physical-photo testing is still pending.</a:t>
            </a:r>
          </a:p>
        </p:txBody>
      </p:sp>
      <p:pic>
        <p:nvPicPr>
          <p:cNvPr id="5" name="">
            <a:extLst xmlns:a="http://schemas.openxmlformats.org/drawingml/2006/main">
              <a:ext uri="{FF2B5EF4-FFF2-40B4-BE49-F238E27FC236}">
                <a16:creationId xmlns:a16="http://schemas.microsoft.com/office/drawing/2014/main" id="{BDF85263-F3B4-4D38-9BC2-1437138CA3F0}"/>
              </a:ext>
            </a:extLst>
          </p:cNvPr>
          <p:cNvPicPr>
            <a:picLocks xmlns:a="http://schemas.openxmlformats.org/drawingml/2006/main" noChangeAspect="1"/>
          </p:cNvPicPr>
          <p:nvPr/>
        </p:nvPicPr>
        <p:blipFill>
          <a:blip xmlns:r="http://schemas.openxmlformats.org/officeDocument/2006/relationships" xmlns:a="http://schemas.openxmlformats.org/drawingml/2006/main" r:embed="Re210755c98a84a98"/>
          <a:stretch xmlns:a="http://schemas.openxmlformats.org/drawingml/2006/main"/>
        </p:blipFill>
        <p:spPr>
          <a:xfrm xmlns:a="http://schemas.openxmlformats.org/drawingml/2006/main">
            <a:off x="6415841" y="1524000"/>
            <a:ext cx="4179968" cy="30956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855E628-8CAA-4D5D-9F6F-A056A8914940}"/>
              </a:ext>
            </a:extLst>
          </p:cNvPr>
          <p:cNvPicPr>
            <a:picLocks xmlns:a="http://schemas.openxmlformats.org/drawingml/2006/main" noChangeAspect="1"/>
          </p:cNvPicPr>
          <p:nvPr/>
        </p:nvPicPr>
        <p:blipFill>
          <a:blip xmlns:r="http://schemas.openxmlformats.org/officeDocument/2006/relationships" xmlns:a="http://schemas.openxmlformats.org/drawingml/2006/main" r:embed="Rffa65edb26a642a9"/>
          <a:stretch xmlns:a="http://schemas.openxmlformats.org/drawingml/2006/main"/>
        </p:blipFill>
        <p:spPr>
          <a:xfrm xmlns:a="http://schemas.openxmlformats.org/drawingml/2006/main">
            <a:off x="6476409" y="4714875"/>
            <a:ext cx="4058831" cy="1095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4A727CC-D180-483B-8F9B-0ACADDED5884}"/>
              </a:ext>
            </a:extLst>
          </p:cNvPr>
          <p:cNvSpPr>
            <a:spLocks xmlns:a="http://schemas.openxmlformats.org/drawingml/2006/main" noGrp="1"/>
          </p:cNvSpPr>
          <p:nvPr/>
        </p:nvSpPr>
        <p:spPr>
          <a:xfrm xmlns:a="http://schemas.openxmlformats.org/drawingml/2006/main">
            <a:off x="609600" y="6115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8E621A"/>
                </a:solidFill>
                <a:latin typeface="Segoe UI"/>
                <a:ea typeface="Segoe UI"/>
                <a:cs typeface="Segoe UI"/>
              </a:defRPr>
            </a:defPPr>
            <a:lvl1pPr>
              <a:defRPr sz="1500" b="0">
                <a:solidFill>
                  <a:srgbClr val="8E621A"/>
                </a:solidFill>
                <a:latin typeface="Segoe UI"/>
                <a:ea typeface="Segoe UI"/>
                <a:cs typeface="Segoe UI"/>
              </a:defRPr>
            </a:lvl1pPr>
            <a:lvl2pPr>
              <a:defRPr sz="1500" b="0">
                <a:solidFill>
                  <a:srgbClr val="8E621A"/>
                </a:solidFill>
                <a:latin typeface="Segoe UI"/>
                <a:ea typeface="Segoe UI"/>
                <a:cs typeface="Segoe UI"/>
              </a:defRPr>
            </a:lvl2pPr>
            <a:lvl3pPr>
              <a:defRPr sz="1500" b="0">
                <a:solidFill>
                  <a:srgbClr val="8E621A"/>
                </a:solidFill>
                <a:latin typeface="Segoe UI"/>
                <a:ea typeface="Segoe UI"/>
                <a:cs typeface="Segoe UI"/>
              </a:defRPr>
            </a:lvl3pPr>
            <a:lvl4pPr>
              <a:defRPr sz="1500" b="0">
                <a:solidFill>
                  <a:srgbClr val="8E621A"/>
                </a:solidFill>
                <a:latin typeface="Segoe UI"/>
                <a:ea typeface="Segoe UI"/>
                <a:cs typeface="Segoe UI"/>
              </a:defRPr>
            </a:lvl4pPr>
            <a:lvl5pPr>
              <a:defRPr sz="1500" b="0">
                <a:solidFill>
                  <a:srgbClr val="8E621A"/>
                </a:solidFill>
                <a:latin typeface="Segoe UI"/>
                <a:ea typeface="Segoe UI"/>
                <a:cs typeface="Segoe UI"/>
              </a:defRPr>
            </a:lvl5pPr>
            <a:lvl6pPr>
              <a:defRPr sz="1500" b="0">
                <a:solidFill>
                  <a:srgbClr val="8E621A"/>
                </a:solidFill>
                <a:latin typeface="Segoe UI"/>
                <a:ea typeface="Segoe UI"/>
                <a:cs typeface="Segoe UI"/>
              </a:defRPr>
            </a:lvl6pPr>
            <a:lvl7pPr>
              <a:defRPr sz="1500" b="0">
                <a:solidFill>
                  <a:srgbClr val="8E621A"/>
                </a:solidFill>
                <a:latin typeface="Segoe UI"/>
                <a:ea typeface="Segoe UI"/>
                <a:cs typeface="Segoe UI"/>
              </a:defRPr>
            </a:lvl7pPr>
            <a:lvl8pPr>
              <a:defRPr sz="1500" b="0">
                <a:solidFill>
                  <a:srgbClr val="8E621A"/>
                </a:solidFill>
                <a:latin typeface="Segoe UI"/>
                <a:ea typeface="Segoe UI"/>
                <a:cs typeface="Segoe UI"/>
              </a:defRPr>
            </a:lvl8pPr>
            <a:lvl9pPr>
              <a:defRPr sz="1500" b="0">
                <a:solidFill>
                  <a:srgbClr val="8E621A"/>
                </a:solidFill>
                <a:latin typeface="Segoe UI"/>
                <a:ea typeface="Segoe UI"/>
                <a:cs typeface="Segoe UI"/>
              </a:defRPr>
            </a:lvl9pPr>
          </a:lstStyle>
          <a:p xmlns:a="http://schemas.openxmlformats.org/drawingml/2006/main">
            <a:pPr>
              <a:defRPr sz="1500" b="0">
                <a:solidFill>
                  <a:srgbClr val="8E621A"/>
                </a:solidFill>
                <a:latin typeface="Segoe UI"/>
                <a:ea typeface="Segoe UI"/>
                <a:cs typeface="Segoe UI"/>
              </a:defRPr>
            </a:pPr>
            <a:r>
              <a:rPr sz="1500" b="0">
                <a:solidFill>
                  <a:srgbClr val="8E621A"/>
                </a:solidFill>
                <a:latin typeface="Segoe UI"/>
                <a:ea typeface="Segoe UI"/>
                <a:cs typeface="Segoe UI"/>
              </a:rPr>
              <a:t>Stored genuine Gemma reading of a synthetic label. Physical-photo acceptance pending.</a:t>
            </a:r>
          </a:p>
        </p:txBody>
      </p:sp>
    </p:spTree>
    <p:extLst>
      <p:ext uri="{BB962C8B-B14F-4D97-AF65-F5344CB8AC3E}">
        <p14:creationId xmlns:p14="http://schemas.microsoft.com/office/powerpoint/2010/main" val="469609895"/>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5A05DF-C78C-4A0E-8DE4-A759DF52F74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2235"/>
                </a:solidFill>
                <a:latin typeface="Segoe UI"/>
                <a:ea typeface="Segoe UI"/>
                <a:cs typeface="Segoe UI"/>
              </a:defRPr>
            </a:defPPr>
            <a:lvl1pPr>
              <a:defRPr sz="3150" b="1">
                <a:solidFill>
                  <a:srgbClr val="142235"/>
                </a:solidFill>
                <a:latin typeface="Segoe UI"/>
                <a:ea typeface="Segoe UI"/>
                <a:cs typeface="Segoe UI"/>
              </a:defRPr>
            </a:lvl1pPr>
            <a:lvl2pPr>
              <a:defRPr sz="3150" b="1">
                <a:solidFill>
                  <a:srgbClr val="142235"/>
                </a:solidFill>
                <a:latin typeface="Segoe UI"/>
                <a:ea typeface="Segoe UI"/>
                <a:cs typeface="Segoe UI"/>
              </a:defRPr>
            </a:lvl2pPr>
            <a:lvl3pPr>
              <a:defRPr sz="3150" b="1">
                <a:solidFill>
                  <a:srgbClr val="142235"/>
                </a:solidFill>
                <a:latin typeface="Segoe UI"/>
                <a:ea typeface="Segoe UI"/>
                <a:cs typeface="Segoe UI"/>
              </a:defRPr>
            </a:lvl3pPr>
            <a:lvl4pPr>
              <a:defRPr sz="3150" b="1">
                <a:solidFill>
                  <a:srgbClr val="142235"/>
                </a:solidFill>
                <a:latin typeface="Segoe UI"/>
                <a:ea typeface="Segoe UI"/>
                <a:cs typeface="Segoe UI"/>
              </a:defRPr>
            </a:lvl4pPr>
            <a:lvl5pPr>
              <a:defRPr sz="3150" b="1">
                <a:solidFill>
                  <a:srgbClr val="142235"/>
                </a:solidFill>
                <a:latin typeface="Segoe UI"/>
                <a:ea typeface="Segoe UI"/>
                <a:cs typeface="Segoe UI"/>
              </a:defRPr>
            </a:lvl5pPr>
            <a:lvl6pPr>
              <a:defRPr sz="3150" b="1">
                <a:solidFill>
                  <a:srgbClr val="142235"/>
                </a:solidFill>
                <a:latin typeface="Segoe UI"/>
                <a:ea typeface="Segoe UI"/>
                <a:cs typeface="Segoe UI"/>
              </a:defRPr>
            </a:lvl6pPr>
            <a:lvl7pPr>
              <a:defRPr sz="3150" b="1">
                <a:solidFill>
                  <a:srgbClr val="142235"/>
                </a:solidFill>
                <a:latin typeface="Segoe UI"/>
                <a:ea typeface="Segoe UI"/>
                <a:cs typeface="Segoe UI"/>
              </a:defRPr>
            </a:lvl7pPr>
            <a:lvl8pPr>
              <a:defRPr sz="3150" b="1">
                <a:solidFill>
                  <a:srgbClr val="142235"/>
                </a:solidFill>
                <a:latin typeface="Segoe UI"/>
                <a:ea typeface="Segoe UI"/>
                <a:cs typeface="Segoe UI"/>
              </a:defRPr>
            </a:lvl8pPr>
            <a:lvl9pPr>
              <a:defRPr sz="3150" b="1">
                <a:solidFill>
                  <a:srgbClr val="142235"/>
                </a:solidFill>
                <a:latin typeface="Segoe UI"/>
                <a:ea typeface="Segoe UI"/>
                <a:cs typeface="Segoe UI"/>
              </a:defRPr>
            </a:lvl9pPr>
          </a:lstStyle>
          <a:p xmlns:a="http://schemas.openxmlformats.org/drawingml/2006/main">
            <a:pPr>
              <a:defRPr sz="3150" b="1">
                <a:solidFill>
                  <a:srgbClr val="142235"/>
                </a:solidFill>
                <a:latin typeface="Segoe UI"/>
                <a:ea typeface="Segoe UI"/>
                <a:cs typeface="Segoe UI"/>
              </a:defRPr>
            </a:pPr>
            <a:r>
              <a:rPr sz="3150" b="1">
                <a:solidFill>
                  <a:srgbClr val="142235"/>
                </a:solidFill>
                <a:latin typeface="Segoe UI"/>
                <a:ea typeface="Segoe UI"/>
                <a:cs typeface="Segoe UI"/>
              </a:rPr>
              <a:t>A smaller proposal needs separate recovery</a:t>
            </a:r>
          </a:p>
        </p:txBody>
      </p:sp>
      <p:sp>
        <p:nvSpPr>
          <p:cNvPr id="2" name="">
            <a:extLst xmlns:a="http://schemas.openxmlformats.org/drawingml/2006/main">
              <a:ext uri="{FF2B5EF4-FFF2-40B4-BE49-F238E27FC236}">
                <a16:creationId xmlns:a16="http://schemas.microsoft.com/office/drawing/2014/main" id="{60DDE9E5-60C8-4E18-B9B4-534EFBA923C5}"/>
              </a:ext>
            </a:extLst>
          </p:cNvPr>
          <p:cNvSpPr>
            <a:spLocks xmlns:a="http://schemas.openxmlformats.org/drawingml/2006/main" noGrp="1"/>
          </p:cNvSpPr>
          <p:nvPr/>
        </p:nvSpPr>
        <p:spPr>
          <a:xfrm xmlns:a="http://schemas.openxmlformats.org/drawingml/2006/main">
            <a:off x="609600" y="161925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42235"/>
                </a:solidFill>
                <a:latin typeface="Segoe UI"/>
                <a:ea typeface="Segoe UI"/>
                <a:cs typeface="Segoe UI"/>
              </a:defRPr>
            </a:defPPr>
            <a:lvl1pPr>
              <a:defRPr sz="2550" b="1">
                <a:solidFill>
                  <a:srgbClr val="142235"/>
                </a:solidFill>
                <a:latin typeface="Segoe UI"/>
                <a:ea typeface="Segoe UI"/>
                <a:cs typeface="Segoe UI"/>
              </a:defRPr>
            </a:lvl1pPr>
            <a:lvl2pPr>
              <a:defRPr sz="2550" b="1">
                <a:solidFill>
                  <a:srgbClr val="142235"/>
                </a:solidFill>
                <a:latin typeface="Segoe UI"/>
                <a:ea typeface="Segoe UI"/>
                <a:cs typeface="Segoe UI"/>
              </a:defRPr>
            </a:lvl2pPr>
            <a:lvl3pPr>
              <a:defRPr sz="2550" b="1">
                <a:solidFill>
                  <a:srgbClr val="142235"/>
                </a:solidFill>
                <a:latin typeface="Segoe UI"/>
                <a:ea typeface="Segoe UI"/>
                <a:cs typeface="Segoe UI"/>
              </a:defRPr>
            </a:lvl3pPr>
            <a:lvl4pPr>
              <a:defRPr sz="2550" b="1">
                <a:solidFill>
                  <a:srgbClr val="142235"/>
                </a:solidFill>
                <a:latin typeface="Segoe UI"/>
                <a:ea typeface="Segoe UI"/>
                <a:cs typeface="Segoe UI"/>
              </a:defRPr>
            </a:lvl4pPr>
            <a:lvl5pPr>
              <a:defRPr sz="2550" b="1">
                <a:solidFill>
                  <a:srgbClr val="142235"/>
                </a:solidFill>
                <a:latin typeface="Segoe UI"/>
                <a:ea typeface="Segoe UI"/>
                <a:cs typeface="Segoe UI"/>
              </a:defRPr>
            </a:lvl5pPr>
            <a:lvl6pPr>
              <a:defRPr sz="2550" b="1">
                <a:solidFill>
                  <a:srgbClr val="142235"/>
                </a:solidFill>
                <a:latin typeface="Segoe UI"/>
                <a:ea typeface="Segoe UI"/>
                <a:cs typeface="Segoe UI"/>
              </a:defRPr>
            </a:lvl6pPr>
            <a:lvl7pPr>
              <a:defRPr sz="2550" b="1">
                <a:solidFill>
                  <a:srgbClr val="142235"/>
                </a:solidFill>
                <a:latin typeface="Segoe UI"/>
                <a:ea typeface="Segoe UI"/>
                <a:cs typeface="Segoe UI"/>
              </a:defRPr>
            </a:lvl7pPr>
            <a:lvl8pPr>
              <a:defRPr sz="2550" b="1">
                <a:solidFill>
                  <a:srgbClr val="142235"/>
                </a:solidFill>
                <a:latin typeface="Segoe UI"/>
                <a:ea typeface="Segoe UI"/>
                <a:cs typeface="Segoe UI"/>
              </a:defRPr>
            </a:lvl8pPr>
            <a:lvl9pPr>
              <a:defRPr sz="2550" b="1">
                <a:solidFill>
                  <a:srgbClr val="142235"/>
                </a:solidFill>
                <a:latin typeface="Segoe UI"/>
                <a:ea typeface="Segoe UI"/>
                <a:cs typeface="Segoe UI"/>
              </a:defRPr>
            </a:lvl9pPr>
          </a:lstStyle>
          <a:p xmlns:a="http://schemas.openxmlformats.org/drawingml/2006/main">
            <a:pPr>
              <a:defRPr sz="2550" b="1">
                <a:solidFill>
                  <a:srgbClr val="142235"/>
                </a:solidFill>
                <a:latin typeface="Segoe UI"/>
                <a:ea typeface="Segoe UI"/>
                <a:cs typeface="Segoe UI"/>
              </a:defRPr>
            </a:pPr>
            <a:r>
              <a:rPr sz="2550" b="1">
                <a:solidFill>
                  <a:srgbClr val="142235"/>
                </a:solidFill>
                <a:latin typeface="Segoe UI"/>
                <a:ea typeface="Segoe UI"/>
                <a:cs typeface="Segoe UI"/>
              </a:rPr>
              <a:t>800 applied, 700 proposed</a:t>
            </a:r>
          </a:p>
        </p:txBody>
      </p:sp>
      <p:sp>
        <p:nvSpPr>
          <p:cNvPr id="3" name="">
            <a:extLst xmlns:a="http://schemas.openxmlformats.org/drawingml/2006/main">
              <a:ext uri="{FF2B5EF4-FFF2-40B4-BE49-F238E27FC236}">
                <a16:creationId xmlns:a16="http://schemas.microsoft.com/office/drawing/2014/main" id="{F1722626-446D-4B7E-BDF9-7F7263CD20E7}"/>
              </a:ext>
            </a:extLst>
          </p:cNvPr>
          <p:cNvSpPr>
            <a:spLocks xmlns:a="http://schemas.openxmlformats.org/drawingml/2006/main" noGrp="1"/>
          </p:cNvSpPr>
          <p:nvPr/>
        </p:nvSpPr>
        <p:spPr>
          <a:xfrm xmlns:a="http://schemas.openxmlformats.org/drawingml/2006/main">
            <a:off x="609600" y="2809875"/>
            <a:ext cx="4381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A source change blocks stale authority. Conditions, approval and acknowledgement remain distinct.</a:t>
            </a:r>
          </a:p>
        </p:txBody>
      </p:sp>
      <p:sp>
        <p:nvSpPr>
          <p:cNvPr id="4" name="">
            <a:extLst xmlns:a="http://schemas.openxmlformats.org/drawingml/2006/main">
              <a:ext uri="{FF2B5EF4-FFF2-40B4-BE49-F238E27FC236}">
                <a16:creationId xmlns:a16="http://schemas.microsoft.com/office/drawing/2014/main" id="{E6E3E86B-2F6B-45E0-A33A-D884C3A4030B}"/>
              </a:ext>
            </a:extLst>
          </p:cNvPr>
          <p:cNvSpPr>
            <a:spLocks xmlns:a="http://schemas.openxmlformats.org/drawingml/2006/main" noGrp="1"/>
          </p:cNvSpPr>
          <p:nvPr/>
        </p:nvSpPr>
        <p:spPr>
          <a:xfrm xmlns:a="http://schemas.openxmlformats.org/drawingml/2006/main">
            <a:off x="609600" y="4714875"/>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Separate acknowledgement recovers 100. Original receipts remain intact.</a:t>
            </a:r>
          </a:p>
        </p:txBody>
      </p:sp>
      <p:pic>
        <p:nvPicPr>
          <p:cNvPr id="5" name="">
            <a:extLst xmlns:a="http://schemas.openxmlformats.org/drawingml/2006/main">
              <a:ext uri="{FF2B5EF4-FFF2-40B4-BE49-F238E27FC236}">
                <a16:creationId xmlns:a16="http://schemas.microsoft.com/office/drawing/2014/main" id="{6F9F21B4-B210-423E-A4C6-41962E486A98}"/>
              </a:ext>
            </a:extLst>
          </p:cNvPr>
          <p:cNvPicPr>
            <a:picLocks xmlns:a="http://schemas.openxmlformats.org/drawingml/2006/main" noChangeAspect="1"/>
          </p:cNvPicPr>
          <p:nvPr/>
        </p:nvPicPr>
        <p:blipFill>
          <a:blip xmlns:r="http://schemas.openxmlformats.org/officeDocument/2006/relationships" xmlns:a="http://schemas.openxmlformats.org/drawingml/2006/main" r:embed="R488fa516b3c046ac"/>
          <a:stretch xmlns:a="http://schemas.openxmlformats.org/drawingml/2006/main"/>
        </p:blipFill>
        <p:spPr>
          <a:xfrm xmlns:a="http://schemas.openxmlformats.org/drawingml/2006/main">
            <a:off x="5429250" y="1592474"/>
            <a:ext cx="6153150" cy="405405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C936AD-B351-4BE6-8039-A8DFC3477F2F}"/>
              </a:ext>
            </a:extLst>
          </p:cNvPr>
          <p:cNvSpPr>
            <a:spLocks xmlns:a="http://schemas.openxmlformats.org/drawingml/2006/main" noGrp="1"/>
          </p:cNvSpPr>
          <p:nvPr/>
        </p:nvSpPr>
        <p:spPr>
          <a:xfrm xmlns:a="http://schemas.openxmlformats.org/drawingml/2006/main">
            <a:off x="609600" y="6115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8E621A"/>
                </a:solidFill>
                <a:latin typeface="Segoe UI"/>
                <a:ea typeface="Segoe UI"/>
                <a:cs typeface="Segoe UI"/>
              </a:defRPr>
            </a:defPPr>
            <a:lvl1pPr>
              <a:defRPr sz="1500" b="0">
                <a:solidFill>
                  <a:srgbClr val="8E621A"/>
                </a:solidFill>
                <a:latin typeface="Segoe UI"/>
                <a:ea typeface="Segoe UI"/>
                <a:cs typeface="Segoe UI"/>
              </a:defRPr>
            </a:lvl1pPr>
            <a:lvl2pPr>
              <a:defRPr sz="1500" b="0">
                <a:solidFill>
                  <a:srgbClr val="8E621A"/>
                </a:solidFill>
                <a:latin typeface="Segoe UI"/>
                <a:ea typeface="Segoe UI"/>
                <a:cs typeface="Segoe UI"/>
              </a:defRPr>
            </a:lvl2pPr>
            <a:lvl3pPr>
              <a:defRPr sz="1500" b="0">
                <a:solidFill>
                  <a:srgbClr val="8E621A"/>
                </a:solidFill>
                <a:latin typeface="Segoe UI"/>
                <a:ea typeface="Segoe UI"/>
                <a:cs typeface="Segoe UI"/>
              </a:defRPr>
            </a:lvl3pPr>
            <a:lvl4pPr>
              <a:defRPr sz="1500" b="0">
                <a:solidFill>
                  <a:srgbClr val="8E621A"/>
                </a:solidFill>
                <a:latin typeface="Segoe UI"/>
                <a:ea typeface="Segoe UI"/>
                <a:cs typeface="Segoe UI"/>
              </a:defRPr>
            </a:lvl4pPr>
            <a:lvl5pPr>
              <a:defRPr sz="1500" b="0">
                <a:solidFill>
                  <a:srgbClr val="8E621A"/>
                </a:solidFill>
                <a:latin typeface="Segoe UI"/>
                <a:ea typeface="Segoe UI"/>
                <a:cs typeface="Segoe UI"/>
              </a:defRPr>
            </a:lvl5pPr>
            <a:lvl6pPr>
              <a:defRPr sz="1500" b="0">
                <a:solidFill>
                  <a:srgbClr val="8E621A"/>
                </a:solidFill>
                <a:latin typeface="Segoe UI"/>
                <a:ea typeface="Segoe UI"/>
                <a:cs typeface="Segoe UI"/>
              </a:defRPr>
            </a:lvl6pPr>
            <a:lvl7pPr>
              <a:defRPr sz="1500" b="0">
                <a:solidFill>
                  <a:srgbClr val="8E621A"/>
                </a:solidFill>
                <a:latin typeface="Segoe UI"/>
                <a:ea typeface="Segoe UI"/>
                <a:cs typeface="Segoe UI"/>
              </a:defRPr>
            </a:lvl7pPr>
            <a:lvl8pPr>
              <a:defRPr sz="1500" b="0">
                <a:solidFill>
                  <a:srgbClr val="8E621A"/>
                </a:solidFill>
                <a:latin typeface="Segoe UI"/>
                <a:ea typeface="Segoe UI"/>
                <a:cs typeface="Segoe UI"/>
              </a:defRPr>
            </a:lvl8pPr>
            <a:lvl9pPr>
              <a:defRPr sz="1500" b="0">
                <a:solidFill>
                  <a:srgbClr val="8E621A"/>
                </a:solidFill>
                <a:latin typeface="Segoe UI"/>
                <a:ea typeface="Segoe UI"/>
                <a:cs typeface="Segoe UI"/>
              </a:defRPr>
            </a:lvl9pPr>
          </a:lstStyle>
          <a:p xmlns:a="http://schemas.openxmlformats.org/drawingml/2006/main">
            <a:pPr>
              <a:defRPr sz="1500" b="0">
                <a:solidFill>
                  <a:srgbClr val="8E621A"/>
                </a:solidFill>
                <a:latin typeface="Segoe UI"/>
                <a:ea typeface="Segoe UI"/>
                <a:cs typeface="Segoe UI"/>
              </a:defRPr>
            </a:pPr>
            <a:r>
              <a:rPr sz="1500" b="0">
                <a:solidFill>
                  <a:srgbClr val="8E621A"/>
                </a:solidFill>
                <a:latin typeface="Segoe UI"/>
                <a:ea typeface="Segoe UI"/>
                <a:cs typeface="Segoe UI"/>
              </a:rPr>
              <a:t>Stored actual workflow. Synthetic inventory and simulated engineering roles.</a:t>
            </a:r>
          </a:p>
        </p:txBody>
      </p:sp>
    </p:spTree>
    <p:extLst>
      <p:ext uri="{BB962C8B-B14F-4D97-AF65-F5344CB8AC3E}">
        <p14:creationId xmlns:p14="http://schemas.microsoft.com/office/powerpoint/2010/main" val="1295593716"/>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C0D702-19A9-4657-9ECA-806AD97F76C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2235"/>
                </a:solidFill>
                <a:latin typeface="Segoe UI"/>
                <a:ea typeface="Segoe UI"/>
                <a:cs typeface="Segoe UI"/>
              </a:defRPr>
            </a:defPPr>
            <a:lvl1pPr>
              <a:defRPr sz="3150" b="1">
                <a:solidFill>
                  <a:srgbClr val="142235"/>
                </a:solidFill>
                <a:latin typeface="Segoe UI"/>
                <a:ea typeface="Segoe UI"/>
                <a:cs typeface="Segoe UI"/>
              </a:defRPr>
            </a:lvl1pPr>
            <a:lvl2pPr>
              <a:defRPr sz="3150" b="1">
                <a:solidFill>
                  <a:srgbClr val="142235"/>
                </a:solidFill>
                <a:latin typeface="Segoe UI"/>
                <a:ea typeface="Segoe UI"/>
                <a:cs typeface="Segoe UI"/>
              </a:defRPr>
            </a:lvl2pPr>
            <a:lvl3pPr>
              <a:defRPr sz="3150" b="1">
                <a:solidFill>
                  <a:srgbClr val="142235"/>
                </a:solidFill>
                <a:latin typeface="Segoe UI"/>
                <a:ea typeface="Segoe UI"/>
                <a:cs typeface="Segoe UI"/>
              </a:defRPr>
            </a:lvl3pPr>
            <a:lvl4pPr>
              <a:defRPr sz="3150" b="1">
                <a:solidFill>
                  <a:srgbClr val="142235"/>
                </a:solidFill>
                <a:latin typeface="Segoe UI"/>
                <a:ea typeface="Segoe UI"/>
                <a:cs typeface="Segoe UI"/>
              </a:defRPr>
            </a:lvl4pPr>
            <a:lvl5pPr>
              <a:defRPr sz="3150" b="1">
                <a:solidFill>
                  <a:srgbClr val="142235"/>
                </a:solidFill>
                <a:latin typeface="Segoe UI"/>
                <a:ea typeface="Segoe UI"/>
                <a:cs typeface="Segoe UI"/>
              </a:defRPr>
            </a:lvl5pPr>
            <a:lvl6pPr>
              <a:defRPr sz="3150" b="1">
                <a:solidFill>
                  <a:srgbClr val="142235"/>
                </a:solidFill>
                <a:latin typeface="Segoe UI"/>
                <a:ea typeface="Segoe UI"/>
                <a:cs typeface="Segoe UI"/>
              </a:defRPr>
            </a:lvl6pPr>
            <a:lvl7pPr>
              <a:defRPr sz="3150" b="1">
                <a:solidFill>
                  <a:srgbClr val="142235"/>
                </a:solidFill>
                <a:latin typeface="Segoe UI"/>
                <a:ea typeface="Segoe UI"/>
                <a:cs typeface="Segoe UI"/>
              </a:defRPr>
            </a:lvl7pPr>
            <a:lvl8pPr>
              <a:defRPr sz="3150" b="1">
                <a:solidFill>
                  <a:srgbClr val="142235"/>
                </a:solidFill>
                <a:latin typeface="Segoe UI"/>
                <a:ea typeface="Segoe UI"/>
                <a:cs typeface="Segoe UI"/>
              </a:defRPr>
            </a:lvl8pPr>
            <a:lvl9pPr>
              <a:defRPr sz="3150" b="1">
                <a:solidFill>
                  <a:srgbClr val="142235"/>
                </a:solidFill>
                <a:latin typeface="Segoe UI"/>
                <a:ea typeface="Segoe UI"/>
                <a:cs typeface="Segoe UI"/>
              </a:defRPr>
            </a:lvl9pPr>
          </a:lstStyle>
          <a:p xmlns:a="http://schemas.openxmlformats.org/drawingml/2006/main">
            <a:pPr>
              <a:defRPr sz="3150" b="1">
                <a:solidFill>
                  <a:srgbClr val="142235"/>
                </a:solidFill>
                <a:latin typeface="Segoe UI"/>
                <a:ea typeface="Segoe UI"/>
                <a:cs typeface="Segoe UI"/>
              </a:defRPr>
            </a:pPr>
            <a:r>
              <a:rPr sz="3150" b="1">
                <a:solidFill>
                  <a:srgbClr val="142235"/>
                </a:solidFill>
                <a:latin typeface="Segoe UI"/>
                <a:ea typeface="Segoe UI"/>
                <a:cs typeface="Segoe UI"/>
              </a:rPr>
              <a:t>Model quality and remaining failures</a:t>
            </a:r>
          </a:p>
        </p:txBody>
      </p:sp>
      <p:sp>
        <p:nvSpPr>
          <p:cNvPr id="2" name="">
            <a:extLst xmlns:a="http://schemas.openxmlformats.org/drawingml/2006/main">
              <a:ext uri="{FF2B5EF4-FFF2-40B4-BE49-F238E27FC236}">
                <a16:creationId xmlns:a16="http://schemas.microsoft.com/office/drawing/2014/main" id="{691D4AFF-C11F-4314-B296-B8B88252218C}"/>
              </a:ext>
            </a:extLst>
          </p:cNvPr>
          <p:cNvSpPr>
            <a:spLocks xmlns:a="http://schemas.openxmlformats.org/drawingml/2006/main" noGrp="1"/>
          </p:cNvSpPr>
          <p:nvPr/>
        </p:nvSpPr>
        <p:spPr>
          <a:xfrm xmlns:a="http://schemas.openxmlformats.org/drawingml/2006/main">
            <a:off x="609600" y="16668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3655"/>
                </a:solidFill>
                <a:latin typeface="Segoe UI"/>
                <a:ea typeface="Segoe UI"/>
                <a:cs typeface="Segoe UI"/>
              </a:defRPr>
            </a:defPPr>
            <a:lvl1pPr>
              <a:defRPr sz="2550" b="1">
                <a:solidFill>
                  <a:srgbClr val="173655"/>
                </a:solidFill>
                <a:latin typeface="Segoe UI"/>
                <a:ea typeface="Segoe UI"/>
                <a:cs typeface="Segoe UI"/>
              </a:defRPr>
            </a:lvl1pPr>
            <a:lvl2pPr>
              <a:defRPr sz="2550" b="1">
                <a:solidFill>
                  <a:srgbClr val="173655"/>
                </a:solidFill>
                <a:latin typeface="Segoe UI"/>
                <a:ea typeface="Segoe UI"/>
                <a:cs typeface="Segoe UI"/>
              </a:defRPr>
            </a:lvl2pPr>
            <a:lvl3pPr>
              <a:defRPr sz="2550" b="1">
                <a:solidFill>
                  <a:srgbClr val="173655"/>
                </a:solidFill>
                <a:latin typeface="Segoe UI"/>
                <a:ea typeface="Segoe UI"/>
                <a:cs typeface="Segoe UI"/>
              </a:defRPr>
            </a:lvl3pPr>
            <a:lvl4pPr>
              <a:defRPr sz="2550" b="1">
                <a:solidFill>
                  <a:srgbClr val="173655"/>
                </a:solidFill>
                <a:latin typeface="Segoe UI"/>
                <a:ea typeface="Segoe UI"/>
                <a:cs typeface="Segoe UI"/>
              </a:defRPr>
            </a:lvl4pPr>
            <a:lvl5pPr>
              <a:defRPr sz="2550" b="1">
                <a:solidFill>
                  <a:srgbClr val="173655"/>
                </a:solidFill>
                <a:latin typeface="Segoe UI"/>
                <a:ea typeface="Segoe UI"/>
                <a:cs typeface="Segoe UI"/>
              </a:defRPr>
            </a:lvl5pPr>
            <a:lvl6pPr>
              <a:defRPr sz="2550" b="1">
                <a:solidFill>
                  <a:srgbClr val="173655"/>
                </a:solidFill>
                <a:latin typeface="Segoe UI"/>
                <a:ea typeface="Segoe UI"/>
                <a:cs typeface="Segoe UI"/>
              </a:defRPr>
            </a:lvl6pPr>
            <a:lvl7pPr>
              <a:defRPr sz="2550" b="1">
                <a:solidFill>
                  <a:srgbClr val="173655"/>
                </a:solidFill>
                <a:latin typeface="Segoe UI"/>
                <a:ea typeface="Segoe UI"/>
                <a:cs typeface="Segoe UI"/>
              </a:defRPr>
            </a:lvl7pPr>
            <a:lvl8pPr>
              <a:defRPr sz="2550" b="1">
                <a:solidFill>
                  <a:srgbClr val="173655"/>
                </a:solidFill>
                <a:latin typeface="Segoe UI"/>
                <a:ea typeface="Segoe UI"/>
                <a:cs typeface="Segoe UI"/>
              </a:defRPr>
            </a:lvl8pPr>
            <a:lvl9pPr>
              <a:defRPr sz="2550" b="1">
                <a:solidFill>
                  <a:srgbClr val="173655"/>
                </a:solidFill>
                <a:latin typeface="Segoe UI"/>
                <a:ea typeface="Segoe UI"/>
                <a:cs typeface="Segoe UI"/>
              </a:defRPr>
            </a:lvl9pPr>
          </a:lstStyle>
          <a:p xmlns:a="http://schemas.openxmlformats.org/drawingml/2006/main">
            <a:pPr>
              <a:defRPr sz="2550" b="1">
                <a:solidFill>
                  <a:srgbClr val="173655"/>
                </a:solidFill>
                <a:latin typeface="Segoe UI"/>
                <a:ea typeface="Segoe UI"/>
                <a:cs typeface="Segoe UI"/>
              </a:defRPr>
            </a:pPr>
            <a:r>
              <a:rPr sz="2550" b="1">
                <a:solidFill>
                  <a:srgbClr val="173655"/>
                </a:solidFill>
                <a:latin typeface="Segoe UI"/>
                <a:ea typeface="Segoe UI"/>
                <a:cs typeface="Segoe UI"/>
              </a:rPr>
              <a:t>Original frozen comparison</a:t>
            </a:r>
          </a:p>
        </p:txBody>
      </p:sp>
      <p:sp>
        <p:nvSpPr>
          <p:cNvPr id="3" name="">
            <a:extLst xmlns:a="http://schemas.openxmlformats.org/drawingml/2006/main">
              <a:ext uri="{FF2B5EF4-FFF2-40B4-BE49-F238E27FC236}">
                <a16:creationId xmlns:a16="http://schemas.microsoft.com/office/drawing/2014/main" id="{DE7D913B-3C65-4625-97D4-3112EF6CBE15}"/>
              </a:ext>
            </a:extLst>
          </p:cNvPr>
          <p:cNvSpPr>
            <a:spLocks xmlns:a="http://schemas.openxmlformats.org/drawingml/2006/main" noGrp="1"/>
          </p:cNvSpPr>
          <p:nvPr/>
        </p:nvSpPr>
        <p:spPr>
          <a:xfrm xmlns:a="http://schemas.openxmlformats.org/drawingml/2006/main">
            <a:off x="609600" y="2857500"/>
            <a:ext cx="5238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16174"/>
                </a:solidFill>
                <a:latin typeface="Segoe UI"/>
                <a:ea typeface="Segoe UI"/>
                <a:cs typeface="Segoe UI"/>
              </a:defRPr>
            </a:defPPr>
            <a:lvl1pPr>
              <a:defRPr sz="2175" b="0">
                <a:solidFill>
                  <a:srgbClr val="516174"/>
                </a:solidFill>
                <a:latin typeface="Segoe UI"/>
                <a:ea typeface="Segoe UI"/>
                <a:cs typeface="Segoe UI"/>
              </a:defRPr>
            </a:lvl1pPr>
            <a:lvl2pPr>
              <a:defRPr sz="2175" b="0">
                <a:solidFill>
                  <a:srgbClr val="516174"/>
                </a:solidFill>
                <a:latin typeface="Segoe UI"/>
                <a:ea typeface="Segoe UI"/>
                <a:cs typeface="Segoe UI"/>
              </a:defRPr>
            </a:lvl2pPr>
            <a:lvl3pPr>
              <a:defRPr sz="2175" b="0">
                <a:solidFill>
                  <a:srgbClr val="516174"/>
                </a:solidFill>
                <a:latin typeface="Segoe UI"/>
                <a:ea typeface="Segoe UI"/>
                <a:cs typeface="Segoe UI"/>
              </a:defRPr>
            </a:lvl3pPr>
            <a:lvl4pPr>
              <a:defRPr sz="2175" b="0">
                <a:solidFill>
                  <a:srgbClr val="516174"/>
                </a:solidFill>
                <a:latin typeface="Segoe UI"/>
                <a:ea typeface="Segoe UI"/>
                <a:cs typeface="Segoe UI"/>
              </a:defRPr>
            </a:lvl4pPr>
            <a:lvl5pPr>
              <a:defRPr sz="2175" b="0">
                <a:solidFill>
                  <a:srgbClr val="516174"/>
                </a:solidFill>
                <a:latin typeface="Segoe UI"/>
                <a:ea typeface="Segoe UI"/>
                <a:cs typeface="Segoe UI"/>
              </a:defRPr>
            </a:lvl5pPr>
            <a:lvl6pPr>
              <a:defRPr sz="2175" b="0">
                <a:solidFill>
                  <a:srgbClr val="516174"/>
                </a:solidFill>
                <a:latin typeface="Segoe UI"/>
                <a:ea typeface="Segoe UI"/>
                <a:cs typeface="Segoe UI"/>
              </a:defRPr>
            </a:lvl6pPr>
            <a:lvl7pPr>
              <a:defRPr sz="2175" b="0">
                <a:solidFill>
                  <a:srgbClr val="516174"/>
                </a:solidFill>
                <a:latin typeface="Segoe UI"/>
                <a:ea typeface="Segoe UI"/>
                <a:cs typeface="Segoe UI"/>
              </a:defRPr>
            </a:lvl7pPr>
            <a:lvl8pPr>
              <a:defRPr sz="2175" b="0">
                <a:solidFill>
                  <a:srgbClr val="516174"/>
                </a:solidFill>
                <a:latin typeface="Segoe UI"/>
                <a:ea typeface="Segoe UI"/>
                <a:cs typeface="Segoe UI"/>
              </a:defRPr>
            </a:lvl8pPr>
            <a:lvl9pPr>
              <a:defRPr sz="2175" b="0">
                <a:solidFill>
                  <a:srgbClr val="516174"/>
                </a:solidFill>
                <a:latin typeface="Segoe UI"/>
                <a:ea typeface="Segoe UI"/>
                <a:cs typeface="Segoe UI"/>
              </a:defRPr>
            </a:lvl9pPr>
          </a:lstStyle>
          <a:p xmlns:a="http://schemas.openxmlformats.org/drawingml/2006/main">
            <a:pPr>
              <a:defRPr sz="2175" b="0">
                <a:solidFill>
                  <a:srgbClr val="516174"/>
                </a:solidFill>
                <a:latin typeface="Segoe UI"/>
                <a:ea typeface="Segoe UI"/>
                <a:cs typeface="Segoe UI"/>
              </a:defRPr>
            </a:pPr>
            <a:r>
              <a:rPr sz="2175" b="0">
                <a:solidFill>
                  <a:srgbClr val="516174"/>
                </a:solidFill>
                <a:latin typeface="Segoe UI"/>
                <a:ea typeface="Segoe UI"/>
                <a:cs typeface="Segoe UI"/>
              </a:rPr>
              <a:t>Gemma exact: 5 of 12</a:t>
            </a:r>
          </a:p>
          <a:p xmlns:a="http://schemas.openxmlformats.org/drawingml/2006/main">
            <a:pPr>
              <a:defRPr sz="2175" b="0">
                <a:solidFill>
                  <a:srgbClr val="516174"/>
                </a:solidFill>
                <a:latin typeface="Segoe UI"/>
                <a:ea typeface="Segoe UI"/>
                <a:cs typeface="Segoe UI"/>
              </a:defRPr>
            </a:pPr>
            <a:r>
              <a:rPr sz="2175" b="0">
                <a:solidFill>
                  <a:srgbClr val="516174"/>
                </a:solidFill>
                <a:latin typeface="Segoe UI"/>
                <a:ea typeface="Segoe UI"/>
                <a:cs typeface="Segoe UI"/>
              </a:rPr>
              <a:t>Historical MiMo exact: 6 of 12</a:t>
            </a:r>
          </a:p>
          <a:p xmlns:a="http://schemas.openxmlformats.org/drawingml/2006/main">
            <a:pPr>
              <a:defRPr sz="2175" b="0">
                <a:solidFill>
                  <a:srgbClr val="516174"/>
                </a:solidFill>
                <a:latin typeface="Segoe UI"/>
                <a:ea typeface="Segoe UI"/>
                <a:cs typeface="Segoe UI"/>
              </a:defRPr>
            </a:pPr>
            <a:r>
              <a:rPr sz="2175" b="0">
                <a:solidFill>
                  <a:srgbClr val="516174"/>
                </a:solidFill>
                <a:latin typeface="Segoe UI"/>
                <a:ea typeface="Segoe UI"/>
                <a:cs typeface="Segoe UI"/>
              </a:rPr>
              <a:t>Original labels and errors retained</a:t>
            </a:r>
          </a:p>
        </p:txBody>
      </p:sp>
      <p:sp>
        <p:nvSpPr>
          <p:cNvPr id="4" name="">
            <a:extLst xmlns:a="http://schemas.openxmlformats.org/drawingml/2006/main">
              <a:ext uri="{FF2B5EF4-FFF2-40B4-BE49-F238E27FC236}">
                <a16:creationId xmlns:a16="http://schemas.microsoft.com/office/drawing/2014/main" id="{66E007D0-1557-4197-9110-B6581DBDF94C}"/>
              </a:ext>
            </a:extLst>
          </p:cNvPr>
          <p:cNvSpPr>
            <a:spLocks xmlns:a="http://schemas.openxmlformats.org/drawingml/2006/main" noGrp="1"/>
          </p:cNvSpPr>
          <p:nvPr/>
        </p:nvSpPr>
        <p:spPr>
          <a:xfrm xmlns:a="http://schemas.openxmlformats.org/drawingml/2006/main">
            <a:off x="6334125" y="16668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42235"/>
                </a:solidFill>
                <a:latin typeface="Segoe UI"/>
                <a:ea typeface="Segoe UI"/>
                <a:cs typeface="Segoe UI"/>
              </a:defRPr>
            </a:defPPr>
            <a:lvl1pPr>
              <a:defRPr sz="2550" b="1">
                <a:solidFill>
                  <a:srgbClr val="142235"/>
                </a:solidFill>
                <a:latin typeface="Segoe UI"/>
                <a:ea typeface="Segoe UI"/>
                <a:cs typeface="Segoe UI"/>
              </a:defRPr>
            </a:lvl1pPr>
            <a:lvl2pPr>
              <a:defRPr sz="2550" b="1">
                <a:solidFill>
                  <a:srgbClr val="142235"/>
                </a:solidFill>
                <a:latin typeface="Segoe UI"/>
                <a:ea typeface="Segoe UI"/>
                <a:cs typeface="Segoe UI"/>
              </a:defRPr>
            </a:lvl2pPr>
            <a:lvl3pPr>
              <a:defRPr sz="2550" b="1">
                <a:solidFill>
                  <a:srgbClr val="142235"/>
                </a:solidFill>
                <a:latin typeface="Segoe UI"/>
                <a:ea typeface="Segoe UI"/>
                <a:cs typeface="Segoe UI"/>
              </a:defRPr>
            </a:lvl3pPr>
            <a:lvl4pPr>
              <a:defRPr sz="2550" b="1">
                <a:solidFill>
                  <a:srgbClr val="142235"/>
                </a:solidFill>
                <a:latin typeface="Segoe UI"/>
                <a:ea typeface="Segoe UI"/>
                <a:cs typeface="Segoe UI"/>
              </a:defRPr>
            </a:lvl4pPr>
            <a:lvl5pPr>
              <a:defRPr sz="2550" b="1">
                <a:solidFill>
                  <a:srgbClr val="142235"/>
                </a:solidFill>
                <a:latin typeface="Segoe UI"/>
                <a:ea typeface="Segoe UI"/>
                <a:cs typeface="Segoe UI"/>
              </a:defRPr>
            </a:lvl5pPr>
            <a:lvl6pPr>
              <a:defRPr sz="2550" b="1">
                <a:solidFill>
                  <a:srgbClr val="142235"/>
                </a:solidFill>
                <a:latin typeface="Segoe UI"/>
                <a:ea typeface="Segoe UI"/>
                <a:cs typeface="Segoe UI"/>
              </a:defRPr>
            </a:lvl6pPr>
            <a:lvl7pPr>
              <a:defRPr sz="2550" b="1">
                <a:solidFill>
                  <a:srgbClr val="142235"/>
                </a:solidFill>
                <a:latin typeface="Segoe UI"/>
                <a:ea typeface="Segoe UI"/>
                <a:cs typeface="Segoe UI"/>
              </a:defRPr>
            </a:lvl7pPr>
            <a:lvl8pPr>
              <a:defRPr sz="2550" b="1">
                <a:solidFill>
                  <a:srgbClr val="142235"/>
                </a:solidFill>
                <a:latin typeface="Segoe UI"/>
                <a:ea typeface="Segoe UI"/>
                <a:cs typeface="Segoe UI"/>
              </a:defRPr>
            </a:lvl8pPr>
            <a:lvl9pPr>
              <a:defRPr sz="2550" b="1">
                <a:solidFill>
                  <a:srgbClr val="142235"/>
                </a:solidFill>
                <a:latin typeface="Segoe UI"/>
                <a:ea typeface="Segoe UI"/>
                <a:cs typeface="Segoe UI"/>
              </a:defRPr>
            </a:lvl9pPr>
          </a:lstStyle>
          <a:p xmlns:a="http://schemas.openxmlformats.org/drawingml/2006/main">
            <a:pPr>
              <a:defRPr sz="2550" b="1">
                <a:solidFill>
                  <a:srgbClr val="142235"/>
                </a:solidFill>
                <a:latin typeface="Segoe UI"/>
                <a:ea typeface="Segoe UI"/>
                <a:cs typeface="Segoe UI"/>
              </a:defRPr>
            </a:pPr>
            <a:r>
              <a:rPr sz="2550" b="1">
                <a:solidFill>
                  <a:srgbClr val="142235"/>
                </a:solidFill>
                <a:latin typeface="Segoe UI"/>
                <a:ea typeface="Segoe UI"/>
                <a:cs typeface="Segoe UI"/>
              </a:rPr>
              <a:t>Matched new cases</a:t>
            </a:r>
          </a:p>
        </p:txBody>
      </p:sp>
      <p:sp>
        <p:nvSpPr>
          <p:cNvPr id="5" name="">
            <a:extLst xmlns:a="http://schemas.openxmlformats.org/drawingml/2006/main">
              <a:ext uri="{FF2B5EF4-FFF2-40B4-BE49-F238E27FC236}">
                <a16:creationId xmlns:a16="http://schemas.microsoft.com/office/drawing/2014/main" id="{1284314A-FD4C-4DB2-8D7E-B9489875FE84}"/>
              </a:ext>
            </a:extLst>
          </p:cNvPr>
          <p:cNvSpPr>
            <a:spLocks xmlns:a="http://schemas.openxmlformats.org/drawingml/2006/main" noGrp="1"/>
          </p:cNvSpPr>
          <p:nvPr/>
        </p:nvSpPr>
        <p:spPr>
          <a:xfrm xmlns:a="http://schemas.openxmlformats.org/drawingml/2006/main">
            <a:off x="6334125" y="2762250"/>
            <a:ext cx="519112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16174"/>
                </a:solidFill>
                <a:latin typeface="Segoe UI"/>
                <a:ea typeface="Segoe UI"/>
                <a:cs typeface="Segoe UI"/>
              </a:defRPr>
            </a:defPPr>
            <a:lvl1pPr>
              <a:defRPr sz="2100" b="0">
                <a:solidFill>
                  <a:srgbClr val="516174"/>
                </a:solidFill>
                <a:latin typeface="Segoe UI"/>
                <a:ea typeface="Segoe UI"/>
                <a:cs typeface="Segoe UI"/>
              </a:defRPr>
            </a:lvl1pPr>
            <a:lvl2pPr>
              <a:defRPr sz="2100" b="0">
                <a:solidFill>
                  <a:srgbClr val="516174"/>
                </a:solidFill>
                <a:latin typeface="Segoe UI"/>
                <a:ea typeface="Segoe UI"/>
                <a:cs typeface="Segoe UI"/>
              </a:defRPr>
            </a:lvl2pPr>
            <a:lvl3pPr>
              <a:defRPr sz="2100" b="0">
                <a:solidFill>
                  <a:srgbClr val="516174"/>
                </a:solidFill>
                <a:latin typeface="Segoe UI"/>
                <a:ea typeface="Segoe UI"/>
                <a:cs typeface="Segoe UI"/>
              </a:defRPr>
            </a:lvl3pPr>
            <a:lvl4pPr>
              <a:defRPr sz="2100" b="0">
                <a:solidFill>
                  <a:srgbClr val="516174"/>
                </a:solidFill>
                <a:latin typeface="Segoe UI"/>
                <a:ea typeface="Segoe UI"/>
                <a:cs typeface="Segoe UI"/>
              </a:defRPr>
            </a:lvl4pPr>
            <a:lvl5pPr>
              <a:defRPr sz="2100" b="0">
                <a:solidFill>
                  <a:srgbClr val="516174"/>
                </a:solidFill>
                <a:latin typeface="Segoe UI"/>
                <a:ea typeface="Segoe UI"/>
                <a:cs typeface="Segoe UI"/>
              </a:defRPr>
            </a:lvl5pPr>
            <a:lvl6pPr>
              <a:defRPr sz="2100" b="0">
                <a:solidFill>
                  <a:srgbClr val="516174"/>
                </a:solidFill>
                <a:latin typeface="Segoe UI"/>
                <a:ea typeface="Segoe UI"/>
                <a:cs typeface="Segoe UI"/>
              </a:defRPr>
            </a:lvl6pPr>
            <a:lvl7pPr>
              <a:defRPr sz="2100" b="0">
                <a:solidFill>
                  <a:srgbClr val="516174"/>
                </a:solidFill>
                <a:latin typeface="Segoe UI"/>
                <a:ea typeface="Segoe UI"/>
                <a:cs typeface="Segoe UI"/>
              </a:defRPr>
            </a:lvl7pPr>
            <a:lvl8pPr>
              <a:defRPr sz="2100" b="0">
                <a:solidFill>
                  <a:srgbClr val="516174"/>
                </a:solidFill>
                <a:latin typeface="Segoe UI"/>
                <a:ea typeface="Segoe UI"/>
                <a:cs typeface="Segoe UI"/>
              </a:defRPr>
            </a:lvl8pPr>
            <a:lvl9pPr>
              <a:defRPr sz="2100" b="0">
                <a:solidFill>
                  <a:srgbClr val="516174"/>
                </a:solidFill>
                <a:latin typeface="Segoe UI"/>
                <a:ea typeface="Segoe UI"/>
                <a:cs typeface="Segoe UI"/>
              </a:defRPr>
            </a:lvl9pPr>
          </a:lstStyle>
          <a:p xmlns:a="http://schemas.openxmlformats.org/drawingml/2006/main">
            <a:pPr>
              <a:defRPr sz="2100" b="0">
                <a:solidFill>
                  <a:srgbClr val="516174"/>
                </a:solidFill>
                <a:latin typeface="Segoe UI"/>
                <a:ea typeface="Segoe UI"/>
                <a:cs typeface="Segoe UI"/>
              </a:defRPr>
            </a:pPr>
            <a:r>
              <a:rPr sz="2100" b="0">
                <a:solidFill>
                  <a:srgbClr val="516174"/>
                </a:solidFill>
                <a:latin typeface="Segoe UI"/>
                <a:ea typeface="Segoe UI"/>
                <a:cs typeface="Segoe UI"/>
              </a:rPr>
              <a:t>Each model: lot statuses 2 of 2</a:t>
            </a:r>
          </a:p>
          <a:p xmlns:a="http://schemas.openxmlformats.org/drawingml/2006/main">
            <a:pPr>
              <a:defRPr sz="2100" b="0">
                <a:solidFill>
                  <a:srgbClr val="516174"/>
                </a:solidFill>
                <a:latin typeface="Segoe UI"/>
                <a:ea typeface="Segoe UI"/>
                <a:cs typeface="Segoe UI"/>
              </a:defRPr>
            </a:pPr>
            <a:r>
              <a:rPr sz="2100" b="0">
                <a:solidFill>
                  <a:srgbClr val="516174"/>
                </a:solidFill>
                <a:latin typeface="Segoe UI"/>
                <a:ea typeface="Segoe UI"/>
                <a:cs typeface="Segoe UI"/>
              </a:rPr>
              <a:t>Each model: scope labels 1 of 2</a:t>
            </a:r>
          </a:p>
          <a:p xmlns:a="http://schemas.openxmlformats.org/drawingml/2006/main">
            <a:pPr>
              <a:defRPr sz="2100" b="0">
                <a:solidFill>
                  <a:srgbClr val="516174"/>
                </a:solidFill>
                <a:latin typeface="Segoe UI"/>
                <a:ea typeface="Segoe UI"/>
                <a:cs typeface="Segoe UI"/>
              </a:defRPr>
            </a:pPr>
            <a:r>
              <a:rPr sz="2100" b="0">
                <a:solidFill>
                  <a:srgbClr val="516174"/>
                </a:solidFill>
                <a:latin typeface="Segoe UI"/>
                <a:ea typeface="Segoe UI"/>
                <a:cs typeface="Segoe UI"/>
              </a:rPr>
              <a:t>Conflict remained uncertain.</a:t>
            </a:r>
          </a:p>
          <a:p xmlns:a="http://schemas.openxmlformats.org/drawingml/2006/main">
            <a:pPr>
              <a:defRPr sz="2100" b="0">
                <a:solidFill>
                  <a:srgbClr val="516174"/>
                </a:solidFill>
                <a:latin typeface="Segoe UI"/>
                <a:ea typeface="Segoe UI"/>
                <a:cs typeface="Segoe UI"/>
              </a:defRPr>
            </a:pPr>
            <a:r>
              <a:rPr sz="2100" b="0">
                <a:solidFill>
                  <a:srgbClr val="516174"/>
                </a:solidFill>
                <a:latin typeface="Segoe UI"/>
                <a:ea typeface="Segoe UI"/>
                <a:cs typeface="Segoe UI"/>
              </a:rPr>
              <a:t>Consequential review stays mandatory.</a:t>
            </a:r>
          </a:p>
        </p:txBody>
      </p:sp>
      <p:sp>
        <p:nvSpPr>
          <p:cNvPr id="6" name="">
            <a:extLst xmlns:a="http://schemas.openxmlformats.org/drawingml/2006/main">
              <a:ext uri="{FF2B5EF4-FFF2-40B4-BE49-F238E27FC236}">
                <a16:creationId xmlns:a16="http://schemas.microsoft.com/office/drawing/2014/main" id="{C0E3ACD4-5183-423A-AF4A-EBF738DABB13}"/>
              </a:ext>
            </a:extLst>
          </p:cNvPr>
          <p:cNvSpPr>
            <a:spLocks xmlns:a="http://schemas.openxmlformats.org/drawingml/2006/main" noGrp="1"/>
          </p:cNvSpPr>
          <p:nvPr/>
        </p:nvSpPr>
        <p:spPr>
          <a:xfrm xmlns:a="http://schemas.openxmlformats.org/drawingml/2006/main">
            <a:off x="609600" y="6115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8E621A"/>
                </a:solidFill>
                <a:latin typeface="Segoe UI"/>
                <a:ea typeface="Segoe UI"/>
                <a:cs typeface="Segoe UI"/>
              </a:defRPr>
            </a:defPPr>
            <a:lvl1pPr>
              <a:defRPr sz="1500" b="0">
                <a:solidFill>
                  <a:srgbClr val="8E621A"/>
                </a:solidFill>
                <a:latin typeface="Segoe UI"/>
                <a:ea typeface="Segoe UI"/>
                <a:cs typeface="Segoe UI"/>
              </a:defRPr>
            </a:lvl1pPr>
            <a:lvl2pPr>
              <a:defRPr sz="1500" b="0">
                <a:solidFill>
                  <a:srgbClr val="8E621A"/>
                </a:solidFill>
                <a:latin typeface="Segoe UI"/>
                <a:ea typeface="Segoe UI"/>
                <a:cs typeface="Segoe UI"/>
              </a:defRPr>
            </a:lvl2pPr>
            <a:lvl3pPr>
              <a:defRPr sz="1500" b="0">
                <a:solidFill>
                  <a:srgbClr val="8E621A"/>
                </a:solidFill>
                <a:latin typeface="Segoe UI"/>
                <a:ea typeface="Segoe UI"/>
                <a:cs typeface="Segoe UI"/>
              </a:defRPr>
            </a:lvl3pPr>
            <a:lvl4pPr>
              <a:defRPr sz="1500" b="0">
                <a:solidFill>
                  <a:srgbClr val="8E621A"/>
                </a:solidFill>
                <a:latin typeface="Segoe UI"/>
                <a:ea typeface="Segoe UI"/>
                <a:cs typeface="Segoe UI"/>
              </a:defRPr>
            </a:lvl4pPr>
            <a:lvl5pPr>
              <a:defRPr sz="1500" b="0">
                <a:solidFill>
                  <a:srgbClr val="8E621A"/>
                </a:solidFill>
                <a:latin typeface="Segoe UI"/>
                <a:ea typeface="Segoe UI"/>
                <a:cs typeface="Segoe UI"/>
              </a:defRPr>
            </a:lvl5pPr>
            <a:lvl6pPr>
              <a:defRPr sz="1500" b="0">
                <a:solidFill>
                  <a:srgbClr val="8E621A"/>
                </a:solidFill>
                <a:latin typeface="Segoe UI"/>
                <a:ea typeface="Segoe UI"/>
                <a:cs typeface="Segoe UI"/>
              </a:defRPr>
            </a:lvl6pPr>
            <a:lvl7pPr>
              <a:defRPr sz="1500" b="0">
                <a:solidFill>
                  <a:srgbClr val="8E621A"/>
                </a:solidFill>
                <a:latin typeface="Segoe UI"/>
                <a:ea typeface="Segoe UI"/>
                <a:cs typeface="Segoe UI"/>
              </a:defRPr>
            </a:lvl7pPr>
            <a:lvl8pPr>
              <a:defRPr sz="1500" b="0">
                <a:solidFill>
                  <a:srgbClr val="8E621A"/>
                </a:solidFill>
                <a:latin typeface="Segoe UI"/>
                <a:ea typeface="Segoe UI"/>
                <a:cs typeface="Segoe UI"/>
              </a:defRPr>
            </a:lvl8pPr>
            <a:lvl9pPr>
              <a:defRPr sz="1500" b="0">
                <a:solidFill>
                  <a:srgbClr val="8E621A"/>
                </a:solidFill>
                <a:latin typeface="Segoe UI"/>
                <a:ea typeface="Segoe UI"/>
                <a:cs typeface="Segoe UI"/>
              </a:defRPr>
            </a:lvl9pPr>
          </a:lstStyle>
          <a:p xmlns:a="http://schemas.openxmlformats.org/drawingml/2006/main">
            <a:pPr>
              <a:defRPr sz="1500" b="0">
                <a:solidFill>
                  <a:srgbClr val="8E621A"/>
                </a:solidFill>
                <a:latin typeface="Segoe UI"/>
                <a:ea typeface="Segoe UI"/>
                <a:cs typeface="Segoe UI"/>
              </a:defRPr>
            </a:pPr>
            <a:r>
              <a:rPr sz="1500" b="0">
                <a:solidFill>
                  <a:srgbClr val="8E621A"/>
                </a:solidFill>
                <a:latin typeface="Segoe UI"/>
                <a:ea typeface="Segoe UI"/>
                <a:cs typeface="Segoe UI"/>
              </a:rPr>
              <a:t>Small synthetic sample. No model superiority or productivity claim. Full original rerun pending.</a:t>
            </a:r>
          </a:p>
        </p:txBody>
      </p:sp>
    </p:spTree>
    <p:extLst>
      <p:ext uri="{BB962C8B-B14F-4D97-AF65-F5344CB8AC3E}">
        <p14:creationId xmlns:p14="http://schemas.microsoft.com/office/powerpoint/2010/main" val="1285860916"/>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3D9A6C-5951-460D-BB34-11C063408FA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42235"/>
                </a:solidFill>
                <a:latin typeface="Segoe UI"/>
                <a:ea typeface="Segoe UI"/>
                <a:cs typeface="Segoe UI"/>
              </a:defRPr>
            </a:defPPr>
            <a:lvl1pPr>
              <a:defRPr sz="3150" b="1">
                <a:solidFill>
                  <a:srgbClr val="142235"/>
                </a:solidFill>
                <a:latin typeface="Segoe UI"/>
                <a:ea typeface="Segoe UI"/>
                <a:cs typeface="Segoe UI"/>
              </a:defRPr>
            </a:lvl1pPr>
            <a:lvl2pPr>
              <a:defRPr sz="3150" b="1">
                <a:solidFill>
                  <a:srgbClr val="142235"/>
                </a:solidFill>
                <a:latin typeface="Segoe UI"/>
                <a:ea typeface="Segoe UI"/>
                <a:cs typeface="Segoe UI"/>
              </a:defRPr>
            </a:lvl2pPr>
            <a:lvl3pPr>
              <a:defRPr sz="3150" b="1">
                <a:solidFill>
                  <a:srgbClr val="142235"/>
                </a:solidFill>
                <a:latin typeface="Segoe UI"/>
                <a:ea typeface="Segoe UI"/>
                <a:cs typeface="Segoe UI"/>
              </a:defRPr>
            </a:lvl3pPr>
            <a:lvl4pPr>
              <a:defRPr sz="3150" b="1">
                <a:solidFill>
                  <a:srgbClr val="142235"/>
                </a:solidFill>
                <a:latin typeface="Segoe UI"/>
                <a:ea typeface="Segoe UI"/>
                <a:cs typeface="Segoe UI"/>
              </a:defRPr>
            </a:lvl4pPr>
            <a:lvl5pPr>
              <a:defRPr sz="3150" b="1">
                <a:solidFill>
                  <a:srgbClr val="142235"/>
                </a:solidFill>
                <a:latin typeface="Segoe UI"/>
                <a:ea typeface="Segoe UI"/>
                <a:cs typeface="Segoe UI"/>
              </a:defRPr>
            </a:lvl5pPr>
            <a:lvl6pPr>
              <a:defRPr sz="3150" b="1">
                <a:solidFill>
                  <a:srgbClr val="142235"/>
                </a:solidFill>
                <a:latin typeface="Segoe UI"/>
                <a:ea typeface="Segoe UI"/>
                <a:cs typeface="Segoe UI"/>
              </a:defRPr>
            </a:lvl6pPr>
            <a:lvl7pPr>
              <a:defRPr sz="3150" b="1">
                <a:solidFill>
                  <a:srgbClr val="142235"/>
                </a:solidFill>
                <a:latin typeface="Segoe UI"/>
                <a:ea typeface="Segoe UI"/>
                <a:cs typeface="Segoe UI"/>
              </a:defRPr>
            </a:lvl7pPr>
            <a:lvl8pPr>
              <a:defRPr sz="3150" b="1">
                <a:solidFill>
                  <a:srgbClr val="142235"/>
                </a:solidFill>
                <a:latin typeface="Segoe UI"/>
                <a:ea typeface="Segoe UI"/>
                <a:cs typeface="Segoe UI"/>
              </a:defRPr>
            </a:lvl8pPr>
            <a:lvl9pPr>
              <a:defRPr sz="3150" b="1">
                <a:solidFill>
                  <a:srgbClr val="142235"/>
                </a:solidFill>
                <a:latin typeface="Segoe UI"/>
                <a:ea typeface="Segoe UI"/>
                <a:cs typeface="Segoe UI"/>
              </a:defRPr>
            </a:lvl9pPr>
          </a:lstStyle>
          <a:p xmlns:a="http://schemas.openxmlformats.org/drawingml/2006/main">
            <a:pPr>
              <a:defRPr sz="3150" b="1">
                <a:solidFill>
                  <a:srgbClr val="142235"/>
                </a:solidFill>
                <a:latin typeface="Segoe UI"/>
                <a:ea typeface="Segoe UI"/>
                <a:cs typeface="Segoe UI"/>
              </a:defRPr>
            </a:pPr>
            <a:r>
              <a:rPr sz="3150" b="1">
                <a:solidFill>
                  <a:srgbClr val="142235"/>
                </a:solidFill>
                <a:latin typeface="Segoe UI"/>
                <a:ea typeface="Segoe UI"/>
                <a:cs typeface="Segoe UI"/>
              </a:rPr>
              <a:t>Verified engineering preview</a:t>
            </a:r>
          </a:p>
        </p:txBody>
      </p:sp>
      <p:sp>
        <p:nvSpPr>
          <p:cNvPr id="2" name="">
            <a:extLst xmlns:a="http://schemas.openxmlformats.org/drawingml/2006/main">
              <a:ext uri="{FF2B5EF4-FFF2-40B4-BE49-F238E27FC236}">
                <a16:creationId xmlns:a16="http://schemas.microsoft.com/office/drawing/2014/main" id="{A8728955-B25A-4BE6-8715-39E5E3F21643}"/>
              </a:ext>
            </a:extLst>
          </p:cNvPr>
          <p:cNvSpPr>
            <a:spLocks xmlns:a="http://schemas.openxmlformats.org/drawingml/2006/main" noGrp="1"/>
          </p:cNvSpPr>
          <p:nvPr/>
        </p:nvSpPr>
        <p:spPr>
          <a:xfrm xmlns:a="http://schemas.openxmlformats.org/drawingml/2006/main">
            <a:off x="609600" y="1571625"/>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3655"/>
                </a:solidFill>
                <a:latin typeface="Segoe UI"/>
                <a:ea typeface="Segoe UI"/>
                <a:cs typeface="Segoe UI"/>
              </a:defRPr>
            </a:defPPr>
            <a:lvl1pPr>
              <a:defRPr sz="2550" b="1">
                <a:solidFill>
                  <a:srgbClr val="173655"/>
                </a:solidFill>
                <a:latin typeface="Segoe UI"/>
                <a:ea typeface="Segoe UI"/>
                <a:cs typeface="Segoe UI"/>
              </a:defRPr>
            </a:lvl1pPr>
            <a:lvl2pPr>
              <a:defRPr sz="2550" b="1">
                <a:solidFill>
                  <a:srgbClr val="173655"/>
                </a:solidFill>
                <a:latin typeface="Segoe UI"/>
                <a:ea typeface="Segoe UI"/>
                <a:cs typeface="Segoe UI"/>
              </a:defRPr>
            </a:lvl2pPr>
            <a:lvl3pPr>
              <a:defRPr sz="2550" b="1">
                <a:solidFill>
                  <a:srgbClr val="173655"/>
                </a:solidFill>
                <a:latin typeface="Segoe UI"/>
                <a:ea typeface="Segoe UI"/>
                <a:cs typeface="Segoe UI"/>
              </a:defRPr>
            </a:lvl3pPr>
            <a:lvl4pPr>
              <a:defRPr sz="2550" b="1">
                <a:solidFill>
                  <a:srgbClr val="173655"/>
                </a:solidFill>
                <a:latin typeface="Segoe UI"/>
                <a:ea typeface="Segoe UI"/>
                <a:cs typeface="Segoe UI"/>
              </a:defRPr>
            </a:lvl4pPr>
            <a:lvl5pPr>
              <a:defRPr sz="2550" b="1">
                <a:solidFill>
                  <a:srgbClr val="173655"/>
                </a:solidFill>
                <a:latin typeface="Segoe UI"/>
                <a:ea typeface="Segoe UI"/>
                <a:cs typeface="Segoe UI"/>
              </a:defRPr>
            </a:lvl5pPr>
            <a:lvl6pPr>
              <a:defRPr sz="2550" b="1">
                <a:solidFill>
                  <a:srgbClr val="173655"/>
                </a:solidFill>
                <a:latin typeface="Segoe UI"/>
                <a:ea typeface="Segoe UI"/>
                <a:cs typeface="Segoe UI"/>
              </a:defRPr>
            </a:lvl6pPr>
            <a:lvl7pPr>
              <a:defRPr sz="2550" b="1">
                <a:solidFill>
                  <a:srgbClr val="173655"/>
                </a:solidFill>
                <a:latin typeface="Segoe UI"/>
                <a:ea typeface="Segoe UI"/>
                <a:cs typeface="Segoe UI"/>
              </a:defRPr>
            </a:lvl7pPr>
            <a:lvl8pPr>
              <a:defRPr sz="2550" b="1">
                <a:solidFill>
                  <a:srgbClr val="173655"/>
                </a:solidFill>
                <a:latin typeface="Segoe UI"/>
                <a:ea typeface="Segoe UI"/>
                <a:cs typeface="Segoe UI"/>
              </a:defRPr>
            </a:lvl8pPr>
            <a:lvl9pPr>
              <a:defRPr sz="2550" b="1">
                <a:solidFill>
                  <a:srgbClr val="173655"/>
                </a:solidFill>
                <a:latin typeface="Segoe UI"/>
                <a:ea typeface="Segoe UI"/>
                <a:cs typeface="Segoe UI"/>
              </a:defRPr>
            </a:lvl9pPr>
          </a:lstStyle>
          <a:p xmlns:a="http://schemas.openxmlformats.org/drawingml/2006/main">
            <a:pPr>
              <a:defRPr sz="2550" b="1">
                <a:solidFill>
                  <a:srgbClr val="173655"/>
                </a:solidFill>
                <a:latin typeface="Segoe UI"/>
                <a:ea typeface="Segoe UI"/>
                <a:cs typeface="Segoe UI"/>
              </a:defRPr>
            </a:pPr>
            <a:r>
              <a:rPr sz="2550" b="1">
                <a:solidFill>
                  <a:srgbClr val="173655"/>
                </a:solidFill>
                <a:latin typeface="Segoe UI"/>
                <a:ea typeface="Segoe UI"/>
                <a:cs typeface="Segoe UI"/>
              </a:rPr>
              <a:t>171 regression tests passed</a:t>
            </a:r>
          </a:p>
          <a:p xmlns:a="http://schemas.openxmlformats.org/drawingml/2006/main">
            <a:pPr>
              <a:defRPr sz="2550" b="1">
                <a:solidFill>
                  <a:srgbClr val="173655"/>
                </a:solidFill>
                <a:latin typeface="Segoe UI"/>
                <a:ea typeface="Segoe UI"/>
                <a:cs typeface="Segoe UI"/>
              </a:defRPr>
            </a:pPr>
            <a:r>
              <a:rPr sz="2550" b="1">
                <a:solidFill>
                  <a:srgbClr val="173655"/>
                </a:solidFill>
                <a:latin typeface="Segoe UI"/>
                <a:ea typeface="Segoe UI"/>
                <a:cs typeface="Segoe UI"/>
              </a:rPr>
              <a:t>30 domain cases passed</a:t>
            </a:r>
          </a:p>
        </p:txBody>
      </p:sp>
      <p:sp>
        <p:nvSpPr>
          <p:cNvPr id="3" name="">
            <a:extLst xmlns:a="http://schemas.openxmlformats.org/drawingml/2006/main">
              <a:ext uri="{FF2B5EF4-FFF2-40B4-BE49-F238E27FC236}">
                <a16:creationId xmlns:a16="http://schemas.microsoft.com/office/drawing/2014/main" id="{A052245A-F2D1-429D-A8E7-5D9AAA7D7B24}"/>
              </a:ext>
            </a:extLst>
          </p:cNvPr>
          <p:cNvSpPr>
            <a:spLocks xmlns:a="http://schemas.openxmlformats.org/drawingml/2006/main" noGrp="1"/>
          </p:cNvSpPr>
          <p:nvPr/>
        </p:nvSpPr>
        <p:spPr>
          <a:xfrm xmlns:a="http://schemas.openxmlformats.org/drawingml/2006/main">
            <a:off x="609600" y="3381375"/>
            <a:ext cx="5143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174"/>
                </a:solidFill>
                <a:latin typeface="Segoe UI"/>
                <a:ea typeface="Segoe UI"/>
                <a:cs typeface="Segoe UI"/>
              </a:defRPr>
            </a:defPPr>
            <a:lvl1pPr>
              <a:defRPr sz="2025" b="0">
                <a:solidFill>
                  <a:srgbClr val="516174"/>
                </a:solidFill>
                <a:latin typeface="Segoe UI"/>
                <a:ea typeface="Segoe UI"/>
                <a:cs typeface="Segoe UI"/>
              </a:defRPr>
            </a:lvl1pPr>
            <a:lvl2pPr>
              <a:defRPr sz="2025" b="0">
                <a:solidFill>
                  <a:srgbClr val="516174"/>
                </a:solidFill>
                <a:latin typeface="Segoe UI"/>
                <a:ea typeface="Segoe UI"/>
                <a:cs typeface="Segoe UI"/>
              </a:defRPr>
            </a:lvl2pPr>
            <a:lvl3pPr>
              <a:defRPr sz="2025" b="0">
                <a:solidFill>
                  <a:srgbClr val="516174"/>
                </a:solidFill>
                <a:latin typeface="Segoe UI"/>
                <a:ea typeface="Segoe UI"/>
                <a:cs typeface="Segoe UI"/>
              </a:defRPr>
            </a:lvl3pPr>
            <a:lvl4pPr>
              <a:defRPr sz="2025" b="0">
                <a:solidFill>
                  <a:srgbClr val="516174"/>
                </a:solidFill>
                <a:latin typeface="Segoe UI"/>
                <a:ea typeface="Segoe UI"/>
                <a:cs typeface="Segoe UI"/>
              </a:defRPr>
            </a:lvl4pPr>
            <a:lvl5pPr>
              <a:defRPr sz="2025" b="0">
                <a:solidFill>
                  <a:srgbClr val="516174"/>
                </a:solidFill>
                <a:latin typeface="Segoe UI"/>
                <a:ea typeface="Segoe UI"/>
                <a:cs typeface="Segoe UI"/>
              </a:defRPr>
            </a:lvl5pPr>
            <a:lvl6pPr>
              <a:defRPr sz="2025" b="0">
                <a:solidFill>
                  <a:srgbClr val="516174"/>
                </a:solidFill>
                <a:latin typeface="Segoe UI"/>
                <a:ea typeface="Segoe UI"/>
                <a:cs typeface="Segoe UI"/>
              </a:defRPr>
            </a:lvl6pPr>
            <a:lvl7pPr>
              <a:defRPr sz="2025" b="0">
                <a:solidFill>
                  <a:srgbClr val="516174"/>
                </a:solidFill>
                <a:latin typeface="Segoe UI"/>
                <a:ea typeface="Segoe UI"/>
                <a:cs typeface="Segoe UI"/>
              </a:defRPr>
            </a:lvl7pPr>
            <a:lvl8pPr>
              <a:defRPr sz="2025" b="0">
                <a:solidFill>
                  <a:srgbClr val="516174"/>
                </a:solidFill>
                <a:latin typeface="Segoe UI"/>
                <a:ea typeface="Segoe UI"/>
                <a:cs typeface="Segoe UI"/>
              </a:defRPr>
            </a:lvl8pPr>
            <a:lvl9pPr>
              <a:defRPr sz="2025" b="0">
                <a:solidFill>
                  <a:srgbClr val="516174"/>
                </a:solidFill>
                <a:latin typeface="Segoe UI"/>
                <a:ea typeface="Segoe UI"/>
                <a:cs typeface="Segoe UI"/>
              </a:defRPr>
            </a:lvl9pPr>
          </a:lstStyle>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Web and installed Windows checks.</a:t>
            </a:r>
          </a:p>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Owner-operated native dialogs.</a:t>
            </a:r>
          </a:p>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Actual Linux restart persistence.</a:t>
            </a:r>
          </a:p>
          <a:p xmlns:a="http://schemas.openxmlformats.org/drawingml/2006/main">
            <a:pPr>
              <a:defRPr sz="2025" b="0">
                <a:solidFill>
                  <a:srgbClr val="516174"/>
                </a:solidFill>
                <a:latin typeface="Segoe UI"/>
                <a:ea typeface="Segoe UI"/>
                <a:cs typeface="Segoe UI"/>
              </a:defRPr>
            </a:pPr>
            <a:r>
              <a:rPr sz="2025" b="0">
                <a:solidFill>
                  <a:srgbClr val="516174"/>
                </a:solidFill>
                <a:latin typeface="Segoe UI"/>
                <a:ea typeface="Segoe UI"/>
                <a:cs typeface="Segoe UI"/>
              </a:rPr>
              <a:t>Offline dated handover and receipts.</a:t>
            </a:r>
          </a:p>
        </p:txBody>
      </p:sp>
      <p:sp>
        <p:nvSpPr>
          <p:cNvPr id="4" name="">
            <a:extLst xmlns:a="http://schemas.openxmlformats.org/drawingml/2006/main">
              <a:ext uri="{FF2B5EF4-FFF2-40B4-BE49-F238E27FC236}">
                <a16:creationId xmlns:a16="http://schemas.microsoft.com/office/drawing/2014/main" id="{F19C0ECF-8F94-4329-B8D3-D263965C49CF}"/>
              </a:ext>
            </a:extLst>
          </p:cNvPr>
          <p:cNvSpPr>
            <a:spLocks xmlns:a="http://schemas.openxmlformats.org/drawingml/2006/main" noGrp="1"/>
          </p:cNvSpPr>
          <p:nvPr/>
        </p:nvSpPr>
        <p:spPr>
          <a:xfrm xmlns:a="http://schemas.openxmlformats.org/drawingml/2006/main">
            <a:off x="6334125" y="16192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42235"/>
                </a:solidFill>
                <a:latin typeface="Segoe UI"/>
                <a:ea typeface="Segoe UI"/>
                <a:cs typeface="Segoe UI"/>
              </a:defRPr>
            </a:defPPr>
            <a:lvl1pPr>
              <a:defRPr sz="2550" b="1">
                <a:solidFill>
                  <a:srgbClr val="142235"/>
                </a:solidFill>
                <a:latin typeface="Segoe UI"/>
                <a:ea typeface="Segoe UI"/>
                <a:cs typeface="Segoe UI"/>
              </a:defRPr>
            </a:lvl1pPr>
            <a:lvl2pPr>
              <a:defRPr sz="2550" b="1">
                <a:solidFill>
                  <a:srgbClr val="142235"/>
                </a:solidFill>
                <a:latin typeface="Segoe UI"/>
                <a:ea typeface="Segoe UI"/>
                <a:cs typeface="Segoe UI"/>
              </a:defRPr>
            </a:lvl2pPr>
            <a:lvl3pPr>
              <a:defRPr sz="2550" b="1">
                <a:solidFill>
                  <a:srgbClr val="142235"/>
                </a:solidFill>
                <a:latin typeface="Segoe UI"/>
                <a:ea typeface="Segoe UI"/>
                <a:cs typeface="Segoe UI"/>
              </a:defRPr>
            </a:lvl3pPr>
            <a:lvl4pPr>
              <a:defRPr sz="2550" b="1">
                <a:solidFill>
                  <a:srgbClr val="142235"/>
                </a:solidFill>
                <a:latin typeface="Segoe UI"/>
                <a:ea typeface="Segoe UI"/>
                <a:cs typeface="Segoe UI"/>
              </a:defRPr>
            </a:lvl4pPr>
            <a:lvl5pPr>
              <a:defRPr sz="2550" b="1">
                <a:solidFill>
                  <a:srgbClr val="142235"/>
                </a:solidFill>
                <a:latin typeface="Segoe UI"/>
                <a:ea typeface="Segoe UI"/>
                <a:cs typeface="Segoe UI"/>
              </a:defRPr>
            </a:lvl5pPr>
            <a:lvl6pPr>
              <a:defRPr sz="2550" b="1">
                <a:solidFill>
                  <a:srgbClr val="142235"/>
                </a:solidFill>
                <a:latin typeface="Segoe UI"/>
                <a:ea typeface="Segoe UI"/>
                <a:cs typeface="Segoe UI"/>
              </a:defRPr>
            </a:lvl6pPr>
            <a:lvl7pPr>
              <a:defRPr sz="2550" b="1">
                <a:solidFill>
                  <a:srgbClr val="142235"/>
                </a:solidFill>
                <a:latin typeface="Segoe UI"/>
                <a:ea typeface="Segoe UI"/>
                <a:cs typeface="Segoe UI"/>
              </a:defRPr>
            </a:lvl7pPr>
            <a:lvl8pPr>
              <a:defRPr sz="2550" b="1">
                <a:solidFill>
                  <a:srgbClr val="142235"/>
                </a:solidFill>
                <a:latin typeface="Segoe UI"/>
                <a:ea typeface="Segoe UI"/>
                <a:cs typeface="Segoe UI"/>
              </a:defRPr>
            </a:lvl8pPr>
            <a:lvl9pPr>
              <a:defRPr sz="2550" b="1">
                <a:solidFill>
                  <a:srgbClr val="142235"/>
                </a:solidFill>
                <a:latin typeface="Segoe UI"/>
                <a:ea typeface="Segoe UI"/>
                <a:cs typeface="Segoe UI"/>
              </a:defRPr>
            </a:lvl9pPr>
          </a:lstStyle>
          <a:p xmlns:a="http://schemas.openxmlformats.org/drawingml/2006/main">
            <a:pPr>
              <a:defRPr sz="2550" b="1">
                <a:solidFill>
                  <a:srgbClr val="142235"/>
                </a:solidFill>
                <a:latin typeface="Segoe UI"/>
                <a:ea typeface="Segoe UI"/>
                <a:cs typeface="Segoe UI"/>
              </a:defRPr>
            </a:pPr>
            <a:r>
              <a:rPr sz="2550" b="1">
                <a:solidFill>
                  <a:srgbClr val="142235"/>
                </a:solidFill>
                <a:latin typeface="Segoe UI"/>
                <a:ea typeface="Segoe UI"/>
                <a:cs typeface="Segoe UI"/>
              </a:rPr>
              <a:t>Remaining acceptance</a:t>
            </a:r>
          </a:p>
        </p:txBody>
      </p:sp>
      <p:sp>
        <p:nvSpPr>
          <p:cNvPr id="5" name="">
            <a:extLst xmlns:a="http://schemas.openxmlformats.org/drawingml/2006/main">
              <a:ext uri="{FF2B5EF4-FFF2-40B4-BE49-F238E27FC236}">
                <a16:creationId xmlns:a16="http://schemas.microsoft.com/office/drawing/2014/main" id="{E3799C6F-89B0-4C59-A1A8-0F91D417917A}"/>
              </a:ext>
            </a:extLst>
          </p:cNvPr>
          <p:cNvSpPr>
            <a:spLocks xmlns:a="http://schemas.openxmlformats.org/drawingml/2006/main" noGrp="1"/>
          </p:cNvSpPr>
          <p:nvPr/>
        </p:nvSpPr>
        <p:spPr>
          <a:xfrm xmlns:a="http://schemas.openxmlformats.org/drawingml/2006/main">
            <a:off x="6334125" y="2571750"/>
            <a:ext cx="5191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8E621A"/>
                </a:solidFill>
                <a:latin typeface="Segoe UI"/>
                <a:ea typeface="Segoe UI"/>
                <a:cs typeface="Segoe UI"/>
              </a:defRPr>
            </a:defPPr>
            <a:lvl1pPr>
              <a:defRPr sz="2025" b="0">
                <a:solidFill>
                  <a:srgbClr val="8E621A"/>
                </a:solidFill>
                <a:latin typeface="Segoe UI"/>
                <a:ea typeface="Segoe UI"/>
                <a:cs typeface="Segoe UI"/>
              </a:defRPr>
            </a:lvl1pPr>
            <a:lvl2pPr>
              <a:defRPr sz="2025" b="0">
                <a:solidFill>
                  <a:srgbClr val="8E621A"/>
                </a:solidFill>
                <a:latin typeface="Segoe UI"/>
                <a:ea typeface="Segoe UI"/>
                <a:cs typeface="Segoe UI"/>
              </a:defRPr>
            </a:lvl2pPr>
            <a:lvl3pPr>
              <a:defRPr sz="2025" b="0">
                <a:solidFill>
                  <a:srgbClr val="8E621A"/>
                </a:solidFill>
                <a:latin typeface="Segoe UI"/>
                <a:ea typeface="Segoe UI"/>
                <a:cs typeface="Segoe UI"/>
              </a:defRPr>
            </a:lvl3pPr>
            <a:lvl4pPr>
              <a:defRPr sz="2025" b="0">
                <a:solidFill>
                  <a:srgbClr val="8E621A"/>
                </a:solidFill>
                <a:latin typeface="Segoe UI"/>
                <a:ea typeface="Segoe UI"/>
                <a:cs typeface="Segoe UI"/>
              </a:defRPr>
            </a:lvl4pPr>
            <a:lvl5pPr>
              <a:defRPr sz="2025" b="0">
                <a:solidFill>
                  <a:srgbClr val="8E621A"/>
                </a:solidFill>
                <a:latin typeface="Segoe UI"/>
                <a:ea typeface="Segoe UI"/>
                <a:cs typeface="Segoe UI"/>
              </a:defRPr>
            </a:lvl5pPr>
            <a:lvl6pPr>
              <a:defRPr sz="2025" b="0">
                <a:solidFill>
                  <a:srgbClr val="8E621A"/>
                </a:solidFill>
                <a:latin typeface="Segoe UI"/>
                <a:ea typeface="Segoe UI"/>
                <a:cs typeface="Segoe UI"/>
              </a:defRPr>
            </a:lvl6pPr>
            <a:lvl7pPr>
              <a:defRPr sz="2025" b="0">
                <a:solidFill>
                  <a:srgbClr val="8E621A"/>
                </a:solidFill>
                <a:latin typeface="Segoe UI"/>
                <a:ea typeface="Segoe UI"/>
                <a:cs typeface="Segoe UI"/>
              </a:defRPr>
            </a:lvl7pPr>
            <a:lvl8pPr>
              <a:defRPr sz="2025" b="0">
                <a:solidFill>
                  <a:srgbClr val="8E621A"/>
                </a:solidFill>
                <a:latin typeface="Segoe UI"/>
                <a:ea typeface="Segoe UI"/>
                <a:cs typeface="Segoe UI"/>
              </a:defRPr>
            </a:lvl8pPr>
            <a:lvl9pPr>
              <a:defRPr sz="2025" b="0">
                <a:solidFill>
                  <a:srgbClr val="8E621A"/>
                </a:solidFill>
                <a:latin typeface="Segoe UI"/>
                <a:ea typeface="Segoe UI"/>
                <a:cs typeface="Segoe UI"/>
              </a:defRPr>
            </a:lvl9pPr>
          </a:lstStyle>
          <a:p xmlns:a="http://schemas.openxmlformats.org/drawingml/2006/main">
            <a:pPr>
              <a:defRPr sz="2025" b="0">
                <a:solidFill>
                  <a:srgbClr val="8E621A"/>
                </a:solidFill>
                <a:latin typeface="Segoe UI"/>
                <a:ea typeface="Segoe UI"/>
                <a:cs typeface="Segoe UI"/>
              </a:defRPr>
            </a:pPr>
            <a:r>
              <a:rPr sz="2025" b="0">
                <a:solidFill>
                  <a:srgbClr val="8E621A"/>
                </a:solidFill>
                <a:latin typeface="Segoe UI"/>
                <a:ea typeface="Segoe UI"/>
                <a:cs typeface="Segoe UI"/>
              </a:rPr>
              <a:t>Professional and language review.</a:t>
            </a:r>
          </a:p>
          <a:p xmlns:a="http://schemas.openxmlformats.org/drawingml/2006/main">
            <a:pPr>
              <a:defRPr sz="2025" b="0">
                <a:solidFill>
                  <a:srgbClr val="8E621A"/>
                </a:solidFill>
                <a:latin typeface="Segoe UI"/>
                <a:ea typeface="Segoe UI"/>
                <a:cs typeface="Segoe UI"/>
              </a:defRPr>
            </a:pPr>
            <a:r>
              <a:rPr sz="2025" b="0">
                <a:solidFill>
                  <a:srgbClr val="8E621A"/>
                </a:solidFill>
                <a:latin typeface="Segoe UI"/>
                <a:ea typeface="Segoe UI"/>
                <a:cs typeface="Segoe UI"/>
              </a:rPr>
              <a:t>Physical label photographs.</a:t>
            </a:r>
          </a:p>
          <a:p xmlns:a="http://schemas.openxmlformats.org/drawingml/2006/main">
            <a:pPr>
              <a:defRPr sz="2025" b="0">
                <a:solidFill>
                  <a:srgbClr val="8E621A"/>
                </a:solidFill>
                <a:latin typeface="Segoe UI"/>
                <a:ea typeface="Segoe UI"/>
                <a:cs typeface="Segoe UI"/>
              </a:defRPr>
            </a:pPr>
            <a:r>
              <a:rPr sz="2025" b="0">
                <a:solidFill>
                  <a:srgbClr val="8E621A"/>
                </a:solidFill>
                <a:latin typeface="Segoe UI"/>
                <a:ea typeface="Segoe UI"/>
                <a:cs typeface="Segoe UI"/>
              </a:rPr>
              <a:t>Three unfamiliar operators.</a:t>
            </a:r>
          </a:p>
          <a:p xmlns:a="http://schemas.openxmlformats.org/drawingml/2006/main">
            <a:pPr>
              <a:defRPr sz="2025" b="0">
                <a:solidFill>
                  <a:srgbClr val="8E621A"/>
                </a:solidFill>
                <a:latin typeface="Segoe UI"/>
                <a:ea typeface="Segoe UI"/>
                <a:cs typeface="Segoe UI"/>
              </a:defRPr>
            </a:pPr>
            <a:r>
              <a:rPr sz="2025" b="0">
                <a:solidFill>
                  <a:srgbClr val="8E621A"/>
                </a:solidFill>
                <a:latin typeface="Segoe UI"/>
                <a:ea typeface="Segoe UI"/>
                <a:cs typeface="Segoe UI"/>
              </a:rPr>
              <a:t>New live budget and cloud activation.</a:t>
            </a:r>
          </a:p>
          <a:p xmlns:a="http://schemas.openxmlformats.org/drawingml/2006/main">
            <a:pPr>
              <a:defRPr sz="2025" b="0">
                <a:solidFill>
                  <a:srgbClr val="8E621A"/>
                </a:solidFill>
                <a:latin typeface="Segoe UI"/>
                <a:ea typeface="Segoe UI"/>
                <a:cs typeface="Segoe UI"/>
              </a:defRPr>
            </a:pPr>
            <a:r>
              <a:rPr sz="2025" b="0">
                <a:solidFill>
                  <a:srgbClr val="8E621A"/>
                </a:solidFill>
                <a:latin typeface="Segoe UI"/>
                <a:ea typeface="Segoe UI"/>
                <a:cs typeface="Segoe UI"/>
              </a:rPr>
              <a:t>Owned ADC eligibility unverified.</a:t>
            </a:r>
          </a:p>
        </p:txBody>
      </p:sp>
      <p:sp>
        <p:nvSpPr>
          <p:cNvPr id="6" name="">
            <a:extLst xmlns:a="http://schemas.openxmlformats.org/drawingml/2006/main">
              <a:ext uri="{FF2B5EF4-FFF2-40B4-BE49-F238E27FC236}">
                <a16:creationId xmlns:a16="http://schemas.microsoft.com/office/drawing/2014/main" id="{6784E451-3D42-4E12-B14D-1DB863F808C0}"/>
              </a:ext>
            </a:extLst>
          </p:cNvPr>
          <p:cNvSpPr>
            <a:spLocks xmlns:a="http://schemas.openxmlformats.org/drawingml/2006/main" noGrp="1"/>
          </p:cNvSpPr>
          <p:nvPr/>
        </p:nvSpPr>
        <p:spPr>
          <a:xfrm xmlns:a="http://schemas.openxmlformats.org/drawingml/2006/main">
            <a:off x="609600" y="57150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655"/>
                </a:solidFill>
                <a:latin typeface="Segoe UI"/>
                <a:ea typeface="Segoe UI"/>
                <a:cs typeface="Segoe UI"/>
              </a:defRPr>
            </a:defPPr>
            <a:lvl1pPr>
              <a:defRPr sz="1725" b="0">
                <a:solidFill>
                  <a:srgbClr val="173655"/>
                </a:solidFill>
                <a:latin typeface="Segoe UI"/>
                <a:ea typeface="Segoe UI"/>
                <a:cs typeface="Segoe UI"/>
              </a:defRPr>
            </a:lvl1pPr>
            <a:lvl2pPr>
              <a:defRPr sz="1725" b="0">
                <a:solidFill>
                  <a:srgbClr val="173655"/>
                </a:solidFill>
                <a:latin typeface="Segoe UI"/>
                <a:ea typeface="Segoe UI"/>
                <a:cs typeface="Segoe UI"/>
              </a:defRPr>
            </a:lvl2pPr>
            <a:lvl3pPr>
              <a:defRPr sz="1725" b="0">
                <a:solidFill>
                  <a:srgbClr val="173655"/>
                </a:solidFill>
                <a:latin typeface="Segoe UI"/>
                <a:ea typeface="Segoe UI"/>
                <a:cs typeface="Segoe UI"/>
              </a:defRPr>
            </a:lvl3pPr>
            <a:lvl4pPr>
              <a:defRPr sz="1725" b="0">
                <a:solidFill>
                  <a:srgbClr val="173655"/>
                </a:solidFill>
                <a:latin typeface="Segoe UI"/>
                <a:ea typeface="Segoe UI"/>
                <a:cs typeface="Segoe UI"/>
              </a:defRPr>
            </a:lvl4pPr>
            <a:lvl5pPr>
              <a:defRPr sz="1725" b="0">
                <a:solidFill>
                  <a:srgbClr val="173655"/>
                </a:solidFill>
                <a:latin typeface="Segoe UI"/>
                <a:ea typeface="Segoe UI"/>
                <a:cs typeface="Segoe UI"/>
              </a:defRPr>
            </a:lvl5pPr>
            <a:lvl6pPr>
              <a:defRPr sz="1725" b="0">
                <a:solidFill>
                  <a:srgbClr val="173655"/>
                </a:solidFill>
                <a:latin typeface="Segoe UI"/>
                <a:ea typeface="Segoe UI"/>
                <a:cs typeface="Segoe UI"/>
              </a:defRPr>
            </a:lvl6pPr>
            <a:lvl7pPr>
              <a:defRPr sz="1725" b="0">
                <a:solidFill>
                  <a:srgbClr val="173655"/>
                </a:solidFill>
                <a:latin typeface="Segoe UI"/>
                <a:ea typeface="Segoe UI"/>
                <a:cs typeface="Segoe UI"/>
              </a:defRPr>
            </a:lvl7pPr>
            <a:lvl8pPr>
              <a:defRPr sz="1725" b="0">
                <a:solidFill>
                  <a:srgbClr val="173655"/>
                </a:solidFill>
                <a:latin typeface="Segoe UI"/>
                <a:ea typeface="Segoe UI"/>
                <a:cs typeface="Segoe UI"/>
              </a:defRPr>
            </a:lvl8pPr>
            <a:lvl9pPr>
              <a:defRPr sz="1725" b="0">
                <a:solidFill>
                  <a:srgbClr val="173655"/>
                </a:solidFill>
                <a:latin typeface="Segoe UI"/>
                <a:ea typeface="Segoe UI"/>
                <a:cs typeface="Segoe UI"/>
              </a:defRPr>
            </a:lvl9pPr>
          </a:lstStyle>
          <a:p xmlns:a="http://schemas.openxmlformats.org/drawingml/2006/main">
            <a:pPr>
              <a:defRPr sz="1725" b="0">
                <a:solidFill>
                  <a:srgbClr val="173655"/>
                </a:solidFill>
                <a:latin typeface="Segoe UI"/>
                <a:ea typeface="Segoe UI"/>
                <a:cs typeface="Segoe UI"/>
              </a:defRPr>
            </a:pPr>
            <a:r>
              <a:rPr sz="1725" b="0">
                <a:solidFill>
                  <a:srgbClr val="173655"/>
                </a:solidFill>
                <a:latin typeface="Segoe UI"/>
                <a:ea typeface="Segoe UI"/>
                <a:cs typeface="Segoe UI"/>
              </a:rPr>
              <a:t>batchfence.onrender.com</a:t>
            </a:r>
          </a:p>
          <a:p xmlns:a="http://schemas.openxmlformats.org/drawingml/2006/main">
            <a:pPr>
              <a:defRPr sz="1725" b="0">
                <a:solidFill>
                  <a:srgbClr val="173655"/>
                </a:solidFill>
                <a:latin typeface="Segoe UI"/>
                <a:ea typeface="Segoe UI"/>
                <a:cs typeface="Segoe UI"/>
              </a:defRPr>
            </a:pPr>
            <a:r>
              <a:rPr sz="1725" b="0">
                <a:solidFill>
                  <a:srgbClr val="173655"/>
                </a:solidFill>
                <a:latin typeface="Segoe UI"/>
                <a:ea typeface="Segoe UI"/>
                <a:cs typeface="Segoe UI"/>
              </a:rPr>
              <a:t>github.com/NuraliKuzhagaliev/BatchFence</a:t>
            </a:r>
          </a:p>
        </p:txBody>
      </p:sp>
    </p:spTree>
    <p:extLst>
      <p:ext uri="{BB962C8B-B14F-4D97-AF65-F5344CB8AC3E}">
        <p14:creationId xmlns:p14="http://schemas.microsoft.com/office/powerpoint/2010/main" val="643269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2026-10-17T20:06:46.4370000Z</dcterms:created>
  <dcterms:modified xsi:type="dcterms:W3CDTF">2026-10-17T20:06:46.4370000Z</dcterms:modified>
</coreProperties>
</file>