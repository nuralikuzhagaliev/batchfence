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9fb80084e047cd" /><Relationship Type="http://schemas.openxmlformats.org/officeDocument/2006/relationships/extended-properties" Target="/docProps/app.xml" Id="R959b2c16e72544b9" /><Relationship Type="http://schemas.openxmlformats.org/officeDocument/2006/relationships/officeDocument" Target="/ppt/presentation.xml" Id="Rf636e5e7f39f44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fd5988ac754e6d"/>
  </p:sldMasterIdLst>
  <p:notesMasterIdLst>
    <p:notesMasterId xmlns:r="http://schemas.openxmlformats.org/officeDocument/2006/relationships" r:id="Rfe1aa3d90b9c46fe"/>
  </p:notesMasterIdLst>
  <p:sldIdLst>
    <p:sldId xmlns:r="http://schemas.openxmlformats.org/officeDocument/2006/relationships" id="256" r:id="R11470e63d24e48ed"/>
    <p:sldId xmlns:r="http://schemas.openxmlformats.org/officeDocument/2006/relationships" id="257" r:id="Ra56ac90afca54ce6"/>
    <p:sldId xmlns:r="http://schemas.openxmlformats.org/officeDocument/2006/relationships" id="258" r:id="Rd8cfe821797246e5"/>
    <p:sldId xmlns:r="http://schemas.openxmlformats.org/officeDocument/2006/relationships" id="259" r:id="R380908bb2d904e8a"/>
    <p:sldId xmlns:r="http://schemas.openxmlformats.org/officeDocument/2006/relationships" id="260" r:id="R9391a718129c4371"/>
    <p:sldId xmlns:r="http://schemas.openxmlformats.org/officeDocument/2006/relationships" id="261" r:id="Rbeffc6cb78cc46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1873c34c02494d" /><Relationship Type="http://schemas.openxmlformats.org/officeDocument/2006/relationships/slideMaster" Target="/ppt/slideMasters/slideMaster1.xml" Id="R14fd5988ac754e6d" /><Relationship Type="http://schemas.openxmlformats.org/officeDocument/2006/relationships/notesMaster" Target="/ppt/notesMasters/notesMaster1.xml" Id="Rfe1aa3d90b9c46fe" /><Relationship Type="http://schemas.openxmlformats.org/officeDocument/2006/relationships/presProps" Target="/ppt/presProps.xml" Id="R0943098bcee1467b" /><Relationship Type="http://schemas.openxmlformats.org/officeDocument/2006/relationships/tableStyles" Target="/ppt/tableStyles.xml" Id="Radab900296f041ac" /><Relationship Type="http://schemas.openxmlformats.org/officeDocument/2006/relationships/slide" Target="/ppt/slides/slide1.xml" Id="R11470e63d24e48ed" /><Relationship Type="http://schemas.openxmlformats.org/officeDocument/2006/relationships/slide" Target="/ppt/slides/slide2.xml" Id="Ra56ac90afca54ce6" /><Relationship Type="http://schemas.openxmlformats.org/officeDocument/2006/relationships/slide" Target="/ppt/slides/slide3.xml" Id="Rd8cfe821797246e5" /><Relationship Type="http://schemas.openxmlformats.org/officeDocument/2006/relationships/slide" Target="/ppt/slides/slide4.xml" Id="R380908bb2d904e8a" /><Relationship Type="http://schemas.openxmlformats.org/officeDocument/2006/relationships/slide" Target="/ppt/slides/slide5.xml" Id="R9391a718129c4371" /><Relationship Type="http://schemas.openxmlformats.org/officeDocument/2006/relationships/slide" Target="/ppt/slides/slide6.xml" Id="Rbeffc6cb78cc46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6dd64bd8cc43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1babd5030a4ae5" /><Relationship Type="http://schemas.openxmlformats.org/officeDocument/2006/relationships/notesMaster" Target="/ppt/notesMasters/notesMaster1.xml" Id="R80a1904c7b914c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13aa44d1714ef2" /><Relationship Type="http://schemas.openxmlformats.org/officeDocument/2006/relationships/notesMaster" Target="/ppt/notesMasters/notesMaster1.xml" Id="Re66690dc253d4d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4ba4114f464e39" /><Relationship Type="http://schemas.openxmlformats.org/officeDocument/2006/relationships/notesMaster" Target="/ppt/notesMasters/notesMaster1.xml" Id="R4035c00acc1148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69d0fcbd6a4535" /><Relationship Type="http://schemas.openxmlformats.org/officeDocument/2006/relationships/notesMaster" Target="/ppt/notesMasters/notesMaster1.xml" Id="R93a9a92283b048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c487fe299e44d6" /><Relationship Type="http://schemas.openxmlformats.org/officeDocument/2006/relationships/notesMaster" Target="/ppt/notesMasters/notesMaster1.xml" Id="R76018799bb7d40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c9801c4cc6494e" /><Relationship Type="http://schemas.openxmlformats.org/officeDocument/2006/relationships/notesMaster" Target="/ppt/notesMasters/notesMaster1.xml" Id="Ra35486a742704b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for small-manufacturer quality managers. All data are synthetic. This presentation reflects a local build with live AMD and public deployment still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user and pain are a product hypothesis, not validated customer research. Source: supplied master prompt and docs/data_provenance.md.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application screenshot. Fixture truth: 400 documented plus100 uncertain equals500 held units, from1200 current units at4000c each. €28,000 is carrying value outside the proposed broad hold, not savings. See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stale-state screenshot. Supplier correction adds SUP-C. Domain and UI tests show500 to800 held units and three tofour allocated open orders. Old approval is rejected server-side. See docs/browser-results.json and docs/desktop-results.json.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docs/evaluation-results.json, docs/browser-results.json, docs/desktop-results.json, docs/amd-probe.json. All observed counts are synthetic. The AMD provider adapter exists but zero live HTTP calls have occurred. No Gemma or physical GPU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business validation only. No customer interviews, revenue or validated ROI. Desktop offline screenshot is a real installed package. Native dialog result stubs verified bytes; actual OS dialog selection remains unverified. Public deployment and submission are pending user authorization.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e87a8a6e644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6abcb22c645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7042d2f93648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f7f8c8ee24f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55998dd264c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21c79040e41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B4CBFF-60B1-4C89-9EED-2BF9B328E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0A4F8F-6DCE-49E3-A54E-DFAAE87A07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D6EEAA-CE9E-4F1B-BF07-95D26EEAE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A57917-5D4A-4462-9A89-A6A42A30B2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39F6BBC-1D55-414B-B69D-C1DEDF53B9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D795B1-B287-4355-9D73-A6F84CBD05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D2EA36-6ADB-4A8E-8750-1A4206808B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114457-70F4-4534-97C6-76A4170A89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8CBC08-D1A8-4AB3-BF0D-D638C5B63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AE8697-ADC9-43E5-8176-A22D64D271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6c9e6d90cc4422" /><Relationship Type="http://schemas.openxmlformats.org/officeDocument/2006/relationships/slideLayout" Target="/ppt/slideLayouts/slideLayout1.xml" Id="R3e30a8339e0841e9" /><Relationship Type="http://schemas.openxmlformats.org/officeDocument/2006/relationships/slideLayout" Target="/ppt/slideLayouts/slideLayout2.xml" Id="R9699eb7d0a184cdd" /><Relationship Type="http://schemas.openxmlformats.org/officeDocument/2006/relationships/slideLayout" Target="/ppt/slideLayouts/slideLayout3.xml" Id="R10a5952f2c894183" /><Relationship Type="http://schemas.openxmlformats.org/officeDocument/2006/relationships/slideLayout" Target="/ppt/slideLayouts/slideLayout4.xml" Id="R3c5fb0b5a50d4595" /><Relationship Type="http://schemas.openxmlformats.org/officeDocument/2006/relationships/slideLayout" Target="/ppt/slideLayouts/slideLayout5.xml" Id="Rcf051258de4543c7" /><Relationship Type="http://schemas.openxmlformats.org/officeDocument/2006/relationships/slideLayout" Target="/ppt/slideLayouts/slideLayout6.xml" Id="R074df7ee9f7441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30a8339e0841e9"/>
    <p:sldLayoutId xmlns:r="http://schemas.openxmlformats.org/officeDocument/2006/relationships" id="2147483650" r:id="R9699eb7d0a184cdd"/>
    <p:sldLayoutId xmlns:r="http://schemas.openxmlformats.org/officeDocument/2006/relationships" id="2147483651" r:id="R10a5952f2c894183"/>
    <p:sldLayoutId xmlns:r="http://schemas.openxmlformats.org/officeDocument/2006/relationships" id="2147483652" r:id="R3c5fb0b5a50d4595"/>
    <p:sldLayoutId xmlns:r="http://schemas.openxmlformats.org/officeDocument/2006/relationships" id="2147483653" r:id="Rcf051258de4543c7"/>
    <p:sldLayoutId xmlns:r="http://schemas.openxmlformats.org/officeDocument/2006/relationships" id="2147483654" r:id="R074df7ee9f7441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0c3d9540d2411b" /><Relationship Type="http://schemas.openxmlformats.org/officeDocument/2006/relationships/notesSlide" Target="/ppt/notesSlides/notesSlide1.xml" Id="R971a5497bf9f4d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b6fb4bf6d4623" /><Relationship Type="http://schemas.openxmlformats.org/officeDocument/2006/relationships/image" Target="/ppt/media/image.png" Id="Rae414fa72f5e4404" /><Relationship Type="http://schemas.openxmlformats.org/officeDocument/2006/relationships/notesSlide" Target="/ppt/notesSlides/notesSlide2.xml" Id="R198f4cce5afd47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53c8b81d042d2" /><Relationship Type="http://schemas.openxmlformats.org/officeDocument/2006/relationships/image" Target="/ppt/media/image2.png" Id="Ref8da30a570c46a6" /><Relationship Type="http://schemas.openxmlformats.org/officeDocument/2006/relationships/notesSlide" Target="/ppt/notesSlides/notesSlide3.xml" Id="R3914f322fcf94c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b2c491499e49f1" /><Relationship Type="http://schemas.openxmlformats.org/officeDocument/2006/relationships/image" Target="/ppt/media/image3.png" Id="Rc3e2c543cfdd44e0" /><Relationship Type="http://schemas.openxmlformats.org/officeDocument/2006/relationships/notesSlide" Target="/ppt/notesSlides/notesSlide4.xml" Id="R306643c243e049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18204e68574e8d" /><Relationship Type="http://schemas.openxmlformats.org/officeDocument/2006/relationships/image" Target="/ppt/media/image4.png" Id="Rbf4a181d8abb4a25" /><Relationship Type="http://schemas.openxmlformats.org/officeDocument/2006/relationships/notesSlide" Target="/ppt/notesSlides/notesSlide5.xml" Id="Ra1e29c2bb7bb4a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75b0537eaa4c33" /><Relationship Type="http://schemas.openxmlformats.org/officeDocument/2006/relationships/image" Target="/ppt/media/image5.png" Id="R383e811c0633489d" /><Relationship Type="http://schemas.openxmlformats.org/officeDocument/2006/relationships/notesSlide" Target="/ppt/notesSlides/notesSlide6.xml" Id="Rf78098462a914b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2F47F-F3E0-442F-B385-123C570E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5F8FC"/>
                </a:solidFill>
                <a:latin typeface="Segoe UI"/>
                <a:ea typeface="Segoe UI"/>
                <a:cs typeface="Segoe UI"/>
              </a:rPr>
              <a:t>BatchFence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33830-65D3-4755-B5A2-AD492CA7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0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900" b="0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pPr>
            <a:r>
              <a:rPr sz="3900" b="0">
                <a:solidFill>
                  <a:srgbClr val="F5F8FC"/>
                </a:solidFill>
                <a:latin typeface="Segoe UI"/>
                <a:ea typeface="Segoe UI"/>
                <a:cs typeface="Segoe UI"/>
              </a:rPr>
              <a:t>Evidence-backed lot containment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940AB-7ECD-4E3A-B38E-E905E99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90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A9BD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A9BDD5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A9BDD5"/>
                </a:solidFill>
                <a:latin typeface="Segoe UI"/>
                <a:ea typeface="Segoe UI"/>
                <a:cs typeface="Segoe UI"/>
              </a:rPr>
              <a:t>Supplier evidence stays attached to the exact decision a reviewer approves.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E4D94-865F-4B7E-AD3A-B9EEF524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D2DFE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2DFE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D2DFED"/>
                </a:solidFill>
                <a:latin typeface="Segoe UI"/>
                <a:ea typeface="Segoe UI"/>
                <a:cs typeface="Segoe UI"/>
              </a:rPr>
              <a:t>Web and Windows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D59C5-F429-4B00-B03D-A52579AD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D8B6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D8B66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D8B66C"/>
                </a:solidFill>
                <a:latin typeface="Segoe UI"/>
                <a:ea typeface="Segoe UI"/>
                <a:cs typeface="Segoe UI"/>
              </a:rPr>
              <a:t>Synthetic walkthrough. Live AMD verification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9674309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A8DD5-5AB9-42D2-9DF7-E9E46327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The quality manager’s incident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519A8-9A6E-41F9-A09F-AF20559D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A supplier flags a cosmetic coating lot.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6299F-3B7F-4F06-96CF-67798D96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The manager must reconcile stock exports, production lineage and an unresolved receiving identity before deciding what to contain.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E1B2B-5789-4884-962A-9F548106DC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14fa72f5e4404"/>
          <a:stretch xmlns:a="http://schemas.openxmlformats.org/drawingml/2006/main"/>
        </p:blipFill>
        <p:spPr>
          <a:xfrm xmlns:a="http://schemas.openxmlformats.org/drawingml/2006/main">
            <a:off x="5715000" y="1808163"/>
            <a:ext cx="5905500" cy="3937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09574-E15C-4722-81FB-B4572020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4758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758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4758A"/>
                </a:solidFill>
                <a:latin typeface="Segoe UI"/>
                <a:ea typeface="Segoe UI"/>
                <a:cs typeface="Segoe UI"/>
              </a:rPr>
              <a:t>Fictional Northstar Enclosures. No safety or compliance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4799182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0E4C1-DFBF-436C-8DB9-4D8B5A1E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The reviewed containment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F9E82-9CE8-4587-BA2B-055C936F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B93C4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B93C4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B93C4B"/>
                </a:solidFill>
                <a:latin typeface="Segoe UI"/>
                <a:ea typeface="Segoe UI"/>
                <a:cs typeface="Segoe UI"/>
              </a:rPr>
              <a:t>500 units require a 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F790B-04BF-477F-BA94-84A89F8A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400 documented</a:t>
            </a:r>
          </a:p>
          <a:p xmlns:a="http://schemas.openxmlformats.org/drawingml/2006/main">
            <a:pPr>
              <a:defRPr sz="2325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100 uncertain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23F42-4DB7-467B-A9DE-0A3D2D8B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619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The source quote and the reason for each stock classification remain inspectable.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7D2F9-8D7D-47D7-8D74-84DB41CAA6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da30a570c46a6"/>
          <a:stretch xmlns:a="http://schemas.openxmlformats.org/drawingml/2006/main"/>
        </p:blipFill>
        <p:spPr>
          <a:xfrm xmlns:a="http://schemas.openxmlformats.org/drawingml/2006/main">
            <a:off x="5429250" y="1503792"/>
            <a:ext cx="6191250" cy="46219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838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353B7-3774-478C-AD04-D669B254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Changed evidence invalidates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58A4C-0456-47BB-A7D1-CDD410B2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B93C4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B93C4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B93C4B"/>
                </a:solidFill>
                <a:latin typeface="Segoe UI"/>
                <a:ea typeface="Segoe UI"/>
                <a:cs typeface="Segoe UI"/>
              </a:rPr>
              <a:t>500 to 800 proposed units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733C4-A71F-444F-B810-76C57A4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524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SUP-C adds the FG-D branch.</a:t>
            </a:r>
          </a:p>
          <a:p xmlns:a="http://schemas.openxmlformats.org/drawingml/2006/main">
            <a:pPr>
              <a:defRPr sz="2100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The earlier approval cannot execute.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9A328-0FF9-4658-BD23-A3D675B0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52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Review the revised scope, then approve its new exact plan.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8DE42-FACE-4395-ADC1-97ED449DE5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2c543cfdd44e0"/>
          <a:stretch xmlns:a="http://schemas.openxmlformats.org/drawingml/2006/main"/>
        </p:blipFill>
        <p:spPr>
          <a:xfrm xmlns:a="http://schemas.openxmlformats.org/drawingml/2006/main">
            <a:off x="5429250" y="1531739"/>
            <a:ext cx="6191250" cy="45660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97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E6FB6-729A-4A16-B3A9-1F9D919E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Verification and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4E278-B5D9-4A67-8117-F02E0FD2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47D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47D73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47D73"/>
                </a:solidFill>
                <a:latin typeface="Segoe UI"/>
                <a:ea typeface="Segoe UI"/>
                <a:cs typeface="Segoe UI"/>
              </a:rPr>
              <a:t>30 / 30 domain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CA392-59D2-43DA-A998-DC3E2C4E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18 development and 12 held 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7E38E-12C3-4C19-A86E-76A7824E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Web and installed Windows flows completed sandbox transactions and packet handoff.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7E379-5190-48C3-91A0-18F8AFB3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9C651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C6516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9C6516"/>
                </a:solidFill>
                <a:latin typeface="Segoe UI"/>
                <a:ea typeface="Segoe UI"/>
                <a:cs typeface="Segoe UI"/>
              </a:rPr>
              <a:t>AMD live inference: blocked by missing private configuration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51F98-E0CB-4449-9330-EF64CE3998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a181d8abb4a25"/>
          <a:stretch xmlns:a="http://schemas.openxmlformats.org/drawingml/2006/main"/>
        </p:blipFill>
        <p:spPr>
          <a:xfrm xmlns:a="http://schemas.openxmlformats.org/drawingml/2006/main">
            <a:off x="6595310" y="1600200"/>
            <a:ext cx="4240130" cy="3448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95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AFC58-D96D-4D1D-8D29-323608A9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A bounded manufacturing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9B2E5-5CAF-4AC8-AFF0-CE46FFAF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Proposed buyer: a quality manager using exported production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DD0A0-8741-4460-8938-1886C28E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Pilot with redacted exports.</a:t>
            </a:r>
          </a:p>
          <a:p xmlns:a="http://schemas.openxmlformats.org/drawingml/2006/main">
            <a: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Measure time to an accepted plan and unsupported exclusions.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74F90-E2D9-40CC-AA6B-9F287EEF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9C651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9C651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9C6516"/>
                </a:solidFill>
                <a:latin typeface="Segoe UI"/>
                <a:ea typeface="Segoe UI"/>
                <a:cs typeface="Segoe UI"/>
              </a:rPr>
              <a:t>Next gates: live AMD, distribution and independent user review.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94406-BDD5-46A8-9692-9F67B0622A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e811c0633489d"/>
          <a:stretch xmlns:a="http://schemas.openxmlformats.org/drawingml/2006/main"/>
        </p:blipFill>
        <p:spPr>
          <a:xfrm xmlns:a="http://schemas.openxmlformats.org/drawingml/2006/main">
            <a:off x="6815439" y="1524000"/>
            <a:ext cx="3895121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51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2026-10-16T02:22:20.4250000Z</dcterms:created>
  <dcterms:modified xsi:type="dcterms:W3CDTF">2026-10-16T02:22:20.4260000Z</dcterms:modified>
</coreProperties>
</file>