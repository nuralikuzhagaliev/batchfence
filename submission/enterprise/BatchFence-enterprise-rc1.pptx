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751f7135a4356" /><Relationship Type="http://schemas.openxmlformats.org/officeDocument/2006/relationships/extended-properties" Target="/docProps/app.xml" Id="R123b79d90bcc46e9" /><Relationship Type="http://schemas.openxmlformats.org/officeDocument/2006/relationships/officeDocument" Target="/ppt/presentation.xml" Id="R1a9e33ff6fc5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1c580295342b7"/>
  </p:sldMasterIdLst>
  <p:notesMasterIdLst>
    <p:notesMasterId xmlns:r="http://schemas.openxmlformats.org/officeDocument/2006/relationships" r:id="R586aacbe77f442bb"/>
  </p:notesMasterIdLst>
  <p:sldIdLst>
    <p:sldId xmlns:r="http://schemas.openxmlformats.org/officeDocument/2006/relationships" id="256" r:id="R1f2480c1fac04fd5"/>
    <p:sldId xmlns:r="http://schemas.openxmlformats.org/officeDocument/2006/relationships" id="257" r:id="Ra8ec50e7c6a0450f"/>
    <p:sldId xmlns:r="http://schemas.openxmlformats.org/officeDocument/2006/relationships" id="258" r:id="R6cf7f32b677c4195"/>
    <p:sldId xmlns:r="http://schemas.openxmlformats.org/officeDocument/2006/relationships" id="259" r:id="R8f0c19b184014ed3"/>
    <p:sldId xmlns:r="http://schemas.openxmlformats.org/officeDocument/2006/relationships" id="260" r:id="R34ea68774054413a"/>
    <p:sldId xmlns:r="http://schemas.openxmlformats.org/officeDocument/2006/relationships" id="261" r:id="Rcb8cbdf251cd42cf"/>
    <p:sldId xmlns:r="http://schemas.openxmlformats.org/officeDocument/2006/relationships" id="262" r:id="Rb8a05f8458db4c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7d3d239ad247f5" /><Relationship Type="http://schemas.openxmlformats.org/officeDocument/2006/relationships/slideMaster" Target="/ppt/slideMasters/slideMaster1.xml" Id="Rdd01c580295342b7" /><Relationship Type="http://schemas.openxmlformats.org/officeDocument/2006/relationships/notesMaster" Target="/ppt/notesMasters/notesMaster1.xml" Id="R586aacbe77f442bb" /><Relationship Type="http://schemas.openxmlformats.org/officeDocument/2006/relationships/presProps" Target="/ppt/presProps.xml" Id="Rb829db85db4d4d6e" /><Relationship Type="http://schemas.openxmlformats.org/officeDocument/2006/relationships/tableStyles" Target="/ppt/tableStyles.xml" Id="R18127ee91a434d8a" /><Relationship Type="http://schemas.openxmlformats.org/officeDocument/2006/relationships/slide" Target="/ppt/slides/slide1.xml" Id="R1f2480c1fac04fd5" /><Relationship Type="http://schemas.openxmlformats.org/officeDocument/2006/relationships/slide" Target="/ppt/slides/slide2.xml" Id="Ra8ec50e7c6a0450f" /><Relationship Type="http://schemas.openxmlformats.org/officeDocument/2006/relationships/slide" Target="/ppt/slides/slide3.xml" Id="R6cf7f32b677c4195" /><Relationship Type="http://schemas.openxmlformats.org/officeDocument/2006/relationships/slide" Target="/ppt/slides/slide4.xml" Id="R8f0c19b184014ed3" /><Relationship Type="http://schemas.openxmlformats.org/officeDocument/2006/relationships/slide" Target="/ppt/slides/slide5.xml" Id="R34ea68774054413a" /><Relationship Type="http://schemas.openxmlformats.org/officeDocument/2006/relationships/slide" Target="/ppt/slides/slide6.xml" Id="Rcb8cbdf251cd42cf" /><Relationship Type="http://schemas.openxmlformats.org/officeDocument/2006/relationships/slide" Target="/ppt/slides/slide7.xml" Id="Rb8a05f8458db4c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e5ae862b3b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a82df2b9d6473d" /><Relationship Type="http://schemas.openxmlformats.org/officeDocument/2006/relationships/notesMaster" Target="/ppt/notesMasters/notesMaster1.xml" Id="Re0529aebef14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6478c2699240d8" /><Relationship Type="http://schemas.openxmlformats.org/officeDocument/2006/relationships/notesMaster" Target="/ppt/notesMasters/notesMaster1.xml" Id="R0fc555da933746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dd04022c864b86" /><Relationship Type="http://schemas.openxmlformats.org/officeDocument/2006/relationships/notesMaster" Target="/ppt/notesMasters/notesMaster1.xml" Id="R8cef6fb3e72241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43fadec2a64580" /><Relationship Type="http://schemas.openxmlformats.org/officeDocument/2006/relationships/notesMaster" Target="/ppt/notesMasters/notesMaster1.xml" Id="R44841df8709942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64638f112549c0" /><Relationship Type="http://schemas.openxmlformats.org/officeDocument/2006/relationships/notesMaster" Target="/ppt/notesMasters/notesMaster1.xml" Id="R19207cc930bc46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72189e72944693" /><Relationship Type="http://schemas.openxmlformats.org/officeDocument/2006/relationships/notesMaster" Target="/ppt/notesMasters/notesMaster1.xml" Id="R079bcfbb265f4e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866201e7f04ac5" /><Relationship Type="http://schemas.openxmlformats.org/officeDocument/2006/relationships/notesMaster" Target="/ppt/notesMasters/notesMaster1.xml" Id="Rb727f3f11523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candidate 0.3.0-rc.1. Intended user: quality lead at a small discrete-parts manufacturer. Synthetic decorative housings; no field customer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docs/enterprise/browser-modules.json, statistical-evaluation.json, tests/test_signals_knowledge.py. Actual UI; synthetic records. Frozen weighted p-chart baseline has230/13000 nonconforming units. Five synthetic shift observations trigger signals. No manufacturing-performance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docs/enterprise/ui/modules/media-knowledge.png and tests/test_signals_knowledge.py. Candidate fixture-mode answer; no AMD inference in this segment. Approved/effective/product/process scoped retrieval, exact passage validation, conflicting versions abstain.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docs/enterprise/browser-modules.json and modules-postgres.json. Actual candidate screen, synthetic data, agent-operated review. Browser uses simulated roles. Separate PostgreSQL run used two named test accounts, connector failure/retry/restart and idempotent ack. No independent humans or ERP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docs/enterprise/ui/modules/media-effectiveness.png; test_effectiveness.py. Synthetic historical replay, agent-operated review. Predeclared baseline230/13000, followup97/13000; source rows were generated together, not independent prospective observation.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docs/release-0.2.0/live/summary.json, final-packet.json and final-exposure.png. Preserved real responses requested MiMo-V2.6-Flash, returned self-dploy/MiMo-V2.6-Flash. Four calls 16026/12791/19718/32413ms. One receiving response omitted SUP-B; rejection422, reviewed inconclusive outcome preserved800. This is historical0.2.0, not a new candidate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docs/enterprise/pytest-rc.xml, domain-results.json, modules-postgres.json, ocr/actual-ocr.json, model-evaluation.json, operator-acceptance.md. No claim of production readiness, savings, independent human acceptance or award likelihood. Live new-task gate blocks promotion.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64154d99348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ae31cc02a45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8e8e3f0a442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58d5517554d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89f5298a246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1867359ff48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EE591F-B76E-480B-BE7E-129E321F1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C00764-05DF-4A59-AFA5-8EA2B2A722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38A7D2-53F3-49E1-A6B8-069619904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199E0A-173F-40DC-A45E-14C93C600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A3299C-2C19-42BF-91AA-2E0214E729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C05376-8E36-46D7-ACEE-7FBAC028A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7BD805-4B75-4691-8AAA-458606CF1B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BAE4A2-A8CF-4C19-BE2D-7D7D7A3DD1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E31A94-8919-44D5-AB3F-5C71B9E13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E4CEAA-756B-417C-97CD-9ECE1A7FA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1f647654d4921" /><Relationship Type="http://schemas.openxmlformats.org/officeDocument/2006/relationships/slideLayout" Target="/ppt/slideLayouts/slideLayout1.xml" Id="R306997dd7ebf43c4" /><Relationship Type="http://schemas.openxmlformats.org/officeDocument/2006/relationships/slideLayout" Target="/ppt/slideLayouts/slideLayout2.xml" Id="R77c7ebfb190c4426" /><Relationship Type="http://schemas.openxmlformats.org/officeDocument/2006/relationships/slideLayout" Target="/ppt/slideLayouts/slideLayout3.xml" Id="R7dd3b9641636425d" /><Relationship Type="http://schemas.openxmlformats.org/officeDocument/2006/relationships/slideLayout" Target="/ppt/slideLayouts/slideLayout4.xml" Id="R6930735842a94637" /><Relationship Type="http://schemas.openxmlformats.org/officeDocument/2006/relationships/slideLayout" Target="/ppt/slideLayouts/slideLayout5.xml" Id="R873fc445cde64d49" /><Relationship Type="http://schemas.openxmlformats.org/officeDocument/2006/relationships/slideLayout" Target="/ppt/slideLayouts/slideLayout6.xml" Id="R8bbdf85ac80b44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6997dd7ebf43c4"/>
    <p:sldLayoutId xmlns:r="http://schemas.openxmlformats.org/officeDocument/2006/relationships" id="2147483650" r:id="R77c7ebfb190c4426"/>
    <p:sldLayoutId xmlns:r="http://schemas.openxmlformats.org/officeDocument/2006/relationships" id="2147483651" r:id="R7dd3b9641636425d"/>
    <p:sldLayoutId xmlns:r="http://schemas.openxmlformats.org/officeDocument/2006/relationships" id="2147483652" r:id="R6930735842a94637"/>
    <p:sldLayoutId xmlns:r="http://schemas.openxmlformats.org/officeDocument/2006/relationships" id="2147483653" r:id="R873fc445cde64d49"/>
    <p:sldLayoutId xmlns:r="http://schemas.openxmlformats.org/officeDocument/2006/relationships" id="2147483654" r:id="R8bbdf85ac80b44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d25fd98cd427d" /><Relationship Type="http://schemas.openxmlformats.org/officeDocument/2006/relationships/notesSlide" Target="/ppt/notesSlides/notesSlide1.xml" Id="Rbcb825d7b7134f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3ddaf4de1443f" /><Relationship Type="http://schemas.openxmlformats.org/officeDocument/2006/relationships/image" Target="/ppt/media/image.png" Id="R9f405dd858724084" /><Relationship Type="http://schemas.openxmlformats.org/officeDocument/2006/relationships/notesSlide" Target="/ppt/notesSlides/notesSlide2.xml" Id="R7707b43b93d8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f172e0f3345da" /><Relationship Type="http://schemas.openxmlformats.org/officeDocument/2006/relationships/image" Target="/ppt/media/image2.png" Id="Rd9d4c724eef94838" /><Relationship Type="http://schemas.openxmlformats.org/officeDocument/2006/relationships/notesSlide" Target="/ppt/notesSlides/notesSlide3.xml" Id="R1820b638409f4e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a6ea59e3f4049" /><Relationship Type="http://schemas.openxmlformats.org/officeDocument/2006/relationships/image" Target="/ppt/media/image3.png" Id="R5b0201c55d974a05" /><Relationship Type="http://schemas.openxmlformats.org/officeDocument/2006/relationships/notesSlide" Target="/ppt/notesSlides/notesSlide4.xml" Id="R55e36cf3c24f41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b738d3b9347bd" /><Relationship Type="http://schemas.openxmlformats.org/officeDocument/2006/relationships/image" Target="/ppt/media/image4.png" Id="Rb5a0acadc1d34bfa" /><Relationship Type="http://schemas.openxmlformats.org/officeDocument/2006/relationships/notesSlide" Target="/ppt/notesSlides/notesSlide5.xml" Id="Rc074d0a1dcfb40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bc4b19d404253" /><Relationship Type="http://schemas.openxmlformats.org/officeDocument/2006/relationships/image" Target="/ppt/media/image5.png" Id="Rd2e0f8d9b4314296" /><Relationship Type="http://schemas.openxmlformats.org/officeDocument/2006/relationships/notesSlide" Target="/ppt/notesSlides/notesSlide6.xml" Id="Re838bc57ab6d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e8c5bf2414ae6" /><Relationship Type="http://schemas.openxmlformats.org/officeDocument/2006/relationships/notesSlide" Target="/ppt/notesSlides/notesSlide7.xml" Id="R63b5e8431f7c44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24E57-6E87-4301-B25F-D04C65D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BatchFence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A6901-3A75-43F5-B1F1-4070150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Quality decisions with</a:t>
            </a:r>
          </a:p>
          <a:p xmlns:a="http://schemas.openxmlformats.org/drawingml/2006/main">
            <a: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reviewable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030FB-EC61-42C2-B83B-F25731B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B1C4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1C4D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B1C4DB"/>
                </a:solidFill>
                <a:latin typeface="Segoe UI"/>
                <a:ea typeface="Segoe UI"/>
                <a:cs typeface="Segoe UI"/>
              </a:rPr>
              <a:t>Signals, approved guidance, containment, controlled recovery and corrective-action follow-up.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71BE3-3B7C-41CD-9FF8-2E729B8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DBBD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BBD7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DBBD79"/>
                </a:solidFill>
                <a:latin typeface="Segoe UI"/>
                <a:ea typeface="Segoe UI"/>
                <a:cs typeface="Segoe UI"/>
              </a:rPr>
              <a:t>Engineering candidate 0.3.0-rc.1. Public release remains 0.2.0.</a:t>
            </a:r>
          </a:p>
        </p:txBody>
      </p:sp>
    </p:spTree>
    <p:extLst>
      <p:ext uri="{BB962C8B-B14F-4D97-AF65-F5344CB8AC3E}">
        <p14:creationId xmlns:p14="http://schemas.microsoft.com/office/powerpoint/2010/main" val="1840000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71CA3-4F9C-40CA-B2A3-E158E4A8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Quality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09B35-D3B0-45B0-A471-4490F8B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 reviewed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942E2-9ED2-4215-A713-340067D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Unequal sample sizes retain their own control limits. A signal opens an investigation with its source observations.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B9BD1-6872-4548-9793-769418A6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Signals have no authority to hold inventory.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72F63-1722-4510-A51B-704C59D91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05dd858724084"/>
          <a:stretch xmlns:a="http://schemas.openxmlformats.org/drawingml/2006/main"/>
        </p:blipFill>
        <p:spPr>
          <a:xfrm xmlns:a="http://schemas.openxmlformats.org/drawingml/2006/main">
            <a:off x="5391150" y="2453672"/>
            <a:ext cx="6191250" cy="221735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C1F7-49CF-4BDE-805A-FD59A349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Actual candidate screen. Synthetic inspection records.</a:t>
            </a:r>
          </a:p>
        </p:txBody>
      </p:sp>
    </p:spTree>
    <p:extLst>
      <p:ext uri="{BB962C8B-B14F-4D97-AF65-F5344CB8AC3E}">
        <p14:creationId xmlns:p14="http://schemas.microsoft.com/office/powerpoint/2010/main" val="1042993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76BC4-A06A-4813-B513-DC49D85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Approved procedural guidance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5AD85-5EFF-48C7-B13A-A4421E63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Exact applicable passages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89953-AE44-4642-B005-8E600D87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Reviewers see the approved revision and source text. A suggested check becomes a case fact only after explicit evidence review.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1192F-8E15-43A5-8117-CDD0B95C0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4c724eef94838"/>
          <a:stretch xmlns:a="http://schemas.openxmlformats.org/drawingml/2006/main"/>
        </p:blipFill>
        <p:spPr>
          <a:xfrm xmlns:a="http://schemas.openxmlformats.org/drawingml/2006/main">
            <a:off x="5391150" y="2933626"/>
            <a:ext cx="6191250" cy="12574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406B4-7987-4428-A84E-C25D57A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Synthetic answer. Fresh AMD verification of this task remains open.</a:t>
            </a:r>
          </a:p>
        </p:txBody>
      </p:sp>
    </p:spTree>
    <p:extLst>
      <p:ext uri="{BB962C8B-B14F-4D97-AF65-F5344CB8AC3E}">
        <p14:creationId xmlns:p14="http://schemas.microsoft.com/office/powerpoint/2010/main" val="611409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4716F-7DFC-4F83-887E-37F5A75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Controlled inventory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7D46D-BCC0-4C0E-85A5-6343FABF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800 held, 700 proposed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E96FD-6DE7-442E-9641-4B00D10E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Receiving review changes the proposal. It leaves all existing restrictions in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840C5-F684-495E-B773-2E9349B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Separate evidence and approval recover exactly 100 units. Another incident’s hold survives.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B0CCB-3381-4593-9D70-FF67DF5BB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201c55d974a05"/>
          <a:stretch xmlns:a="http://schemas.openxmlformats.org/drawingml/2006/main"/>
        </p:blipFill>
        <p:spPr>
          <a:xfrm xmlns:a="http://schemas.openxmlformats.org/drawingml/2006/main">
            <a:off x="5391150" y="2794984"/>
            <a:ext cx="6191250" cy="15347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A9AAA-028C-4134-AB9C-C2F146FA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Workspace inventory only. Simulated UI roles are explicitly disclosed.</a:t>
            </a:r>
          </a:p>
        </p:txBody>
      </p:sp>
    </p:spTree>
    <p:extLst>
      <p:ext uri="{BB962C8B-B14F-4D97-AF65-F5344CB8AC3E}">
        <p14:creationId xmlns:p14="http://schemas.microsoft.com/office/powerpoint/2010/main" val="1691918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75ADC-8604-4C9C-BC34-E11FA7FD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Corrective-action effectiveness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57481-9FFB-4247-A3B2-54709D90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Criteria before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CC9CD-8851-4A15-A455-EC5FD16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Freeze the follow-up window, required exposure and missing-data policy. Insufficient evidence blocks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989EE-DFF8-4213-B228-647E0F0F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A lower observed rate does not establish causation.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9D39B-A3AF-4284-B7E2-54603908D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0acadc1d34bfa"/>
          <a:stretch xmlns:a="http://schemas.openxmlformats.org/drawingml/2006/main"/>
        </p:blipFill>
        <p:spPr>
          <a:xfrm xmlns:a="http://schemas.openxmlformats.org/drawingml/2006/main">
            <a:off x="5391150" y="2749226"/>
            <a:ext cx="6191250" cy="162624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D3658-F3E6-4EA3-860E-4A6EE3EA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Historical synthetic replay. No independent effectiveness study.</a:t>
            </a:r>
          </a:p>
        </p:txBody>
      </p:sp>
    </p:spTree>
    <p:extLst>
      <p:ext uri="{BB962C8B-B14F-4D97-AF65-F5344CB8AC3E}">
        <p14:creationId xmlns:p14="http://schemas.microsoft.com/office/powerpoint/2010/main" val="575165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8F134-987D-42E6-9D69-A6656DEF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Historical AMD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7C604-F6A5-49F4-B956-5C17BB1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Real responses, retained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45E57-C68B-432A-9559-EFD199D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The 0.2.0 AMD run powered reviewed 500 and 800 unit plans. One reply omitted a parent and narrowing failed.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14D55-7BDC-47F2-A464-667345B0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New-task fresh evaluation: 0 of 24 items. Zero-cost account allowance is unresolved.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A5982-85DA-45D7-8A47-63390887D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0f8d9b4314296"/>
          <a:stretch xmlns:a="http://schemas.openxmlformats.org/drawingml/2006/main"/>
        </p:blipFill>
        <p:spPr>
          <a:xfrm xmlns:a="http://schemas.openxmlformats.org/drawingml/2006/main">
            <a:off x="5391150" y="1627584"/>
            <a:ext cx="6191250" cy="386953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F058A-9C0C-434F-ACFD-B0452F6B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Historical AMD screen. Synthetic data and agent-operated source review.</a:t>
            </a:r>
          </a:p>
        </p:txBody>
      </p:sp>
    </p:spTree>
    <p:extLst>
      <p:ext uri="{BB962C8B-B14F-4D97-AF65-F5344CB8AC3E}">
        <p14:creationId xmlns:p14="http://schemas.microsoft.com/office/powerpoint/2010/main" val="988137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97136-46FF-40B8-8B45-62BA46D5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Engineering evidence and pilot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0D0D4-8B6A-44CA-8110-D8D80DF7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102 regression tests passed</a:t>
            </a:r>
          </a:p>
          <a:p xmlns:a="http://schemas.openxmlformats.org/drawingml/2006/main">
            <a: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30 frozen domain cases passed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8A481-FE34-4059-B831-65C65B6D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43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Actual PostgreSQL restore verified 16 source hashes. Actual OCR preserved two scanned pages. Web workflow checks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6E167-6686-4361-9CEA-996D404C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Remaining acceptance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94984-5026-41F9-8993-76627CF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5191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Fresh AMD tasks within confirmed free access.</a:t>
            </a:r>
          </a:p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Quality professional and three operators.</a:t>
            </a:r>
          </a:p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Physical Windows file dialogs.</a:t>
            </a:r>
          </a:p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Owner-approved off-device recovery.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0AF62-16E9-4342-8FEB-F2AC88C0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Public: batchfence.onrender.com</a:t>
            </a:r>
          </a:p>
          <a:p xmlns:a="http://schemas.openxmlformats.org/drawingml/2006/main">
            <a:pPr>
              <a:defRPr sz="1725" b="0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Source and Windows: github.com/NuraliKuzhagaliev/BatchFence</a:t>
            </a:r>
          </a:p>
        </p:txBody>
      </p:sp>
    </p:spTree>
    <p:extLst>
      <p:ext uri="{BB962C8B-B14F-4D97-AF65-F5344CB8AC3E}">
        <p14:creationId xmlns:p14="http://schemas.microsoft.com/office/powerpoint/2010/main" val="327189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2026-10-16T22:59:30.2490000Z</dcterms:created>
  <dcterms:modified xsi:type="dcterms:W3CDTF">2026-10-16T22:59:30.2490000Z</dcterms:modified>
</coreProperties>
</file>