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d24314047f4ef9" /><Relationship Type="http://schemas.openxmlformats.org/officeDocument/2006/relationships/extended-properties" Target="/docProps/app.xml" Id="R0e66ada68ee74e78" /><Relationship Type="http://schemas.openxmlformats.org/officeDocument/2006/relationships/officeDocument" Target="/ppt/presentation.xml" Id="Rcebe80762bab41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939fecd34d46b5"/>
  </p:sldMasterIdLst>
  <p:notesMasterIdLst>
    <p:notesMasterId xmlns:r="http://schemas.openxmlformats.org/officeDocument/2006/relationships" r:id="Rb63d6ffadfa141fb"/>
  </p:notesMasterIdLst>
  <p:sldIdLst>
    <p:sldId xmlns:r="http://schemas.openxmlformats.org/officeDocument/2006/relationships" id="256" r:id="R5515c74fa9834af9"/>
    <p:sldId xmlns:r="http://schemas.openxmlformats.org/officeDocument/2006/relationships" id="257" r:id="R4a6d848c19db4c11"/>
    <p:sldId xmlns:r="http://schemas.openxmlformats.org/officeDocument/2006/relationships" id="258" r:id="R206c598e73a14097"/>
    <p:sldId xmlns:r="http://schemas.openxmlformats.org/officeDocument/2006/relationships" id="259" r:id="Rbae6b4ca284641e6"/>
    <p:sldId xmlns:r="http://schemas.openxmlformats.org/officeDocument/2006/relationships" id="260" r:id="Rc93763e1a2564b34"/>
    <p:sldId xmlns:r="http://schemas.openxmlformats.org/officeDocument/2006/relationships" id="261" r:id="Rb5be82bf1e3a4147"/>
    <p:sldId xmlns:r="http://schemas.openxmlformats.org/officeDocument/2006/relationships" id="262" r:id="R8feec77bcb1c4c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2ea65a27f14347" /><Relationship Type="http://schemas.openxmlformats.org/officeDocument/2006/relationships/slideMaster" Target="/ppt/slideMasters/slideMaster1.xml" Id="R76939fecd34d46b5" /><Relationship Type="http://schemas.openxmlformats.org/officeDocument/2006/relationships/notesMaster" Target="/ppt/notesMasters/notesMaster1.xml" Id="Rb63d6ffadfa141fb" /><Relationship Type="http://schemas.openxmlformats.org/officeDocument/2006/relationships/presProps" Target="/ppt/presProps.xml" Id="R27c0a5f0187f433b" /><Relationship Type="http://schemas.openxmlformats.org/officeDocument/2006/relationships/tableStyles" Target="/ppt/tableStyles.xml" Id="R22244cd741fa4317" /><Relationship Type="http://schemas.openxmlformats.org/officeDocument/2006/relationships/slide" Target="/ppt/slides/slide1.xml" Id="R5515c74fa9834af9" /><Relationship Type="http://schemas.openxmlformats.org/officeDocument/2006/relationships/slide" Target="/ppt/slides/slide2.xml" Id="R4a6d848c19db4c11" /><Relationship Type="http://schemas.openxmlformats.org/officeDocument/2006/relationships/slide" Target="/ppt/slides/slide3.xml" Id="R206c598e73a14097" /><Relationship Type="http://schemas.openxmlformats.org/officeDocument/2006/relationships/slide" Target="/ppt/slides/slide4.xml" Id="Rbae6b4ca284641e6" /><Relationship Type="http://schemas.openxmlformats.org/officeDocument/2006/relationships/slide" Target="/ppt/slides/slide5.xml" Id="Rc93763e1a2564b34" /><Relationship Type="http://schemas.openxmlformats.org/officeDocument/2006/relationships/slide" Target="/ppt/slides/slide6.xml" Id="Rb5be82bf1e3a4147" /><Relationship Type="http://schemas.openxmlformats.org/officeDocument/2006/relationships/slide" Target="/ppt/slides/slide7.xml" Id="R8feec77bcb1c4c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2ee91de5104f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e4d7e57cda469f" /><Relationship Type="http://schemas.openxmlformats.org/officeDocument/2006/relationships/notesMaster" Target="/ppt/notesMasters/notesMaster1.xml" Id="R53fe0d6c06aa47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f68f6b7e8b4423" /><Relationship Type="http://schemas.openxmlformats.org/officeDocument/2006/relationships/notesMaster" Target="/ppt/notesMasters/notesMaster1.xml" Id="Re40b6b23d73740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f4c7fd5d0441bb" /><Relationship Type="http://schemas.openxmlformats.org/officeDocument/2006/relationships/notesMaster" Target="/ppt/notesMasters/notesMaster1.xml" Id="R4e762aced97042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cf9fd352eb4d77" /><Relationship Type="http://schemas.openxmlformats.org/officeDocument/2006/relationships/notesMaster" Target="/ppt/notesMasters/notesMaster1.xml" Id="Rf5b05e5c20624f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b36dc6706b44a1" /><Relationship Type="http://schemas.openxmlformats.org/officeDocument/2006/relationships/notesMaster" Target="/ppt/notesMasters/notesMaster1.xml" Id="R5d1e1afb4d8a46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623b5da62c4c6a" /><Relationship Type="http://schemas.openxmlformats.org/officeDocument/2006/relationships/notesMaster" Target="/ppt/notesMasters/notesMaster1.xml" Id="Rd3231529f91247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eb3ba2f36e42ef" /><Relationship Type="http://schemas.openxmlformats.org/officeDocument/2006/relationships/notesMaster" Target="/ppt/notesMasters/notesMaster1.xml" Id="R287f787387144e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0.3.0. Intended user: quality lead at a small discrete-parts manufacturer. Synthetic decorative housings. Engineering evidence only; no independent customer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docs/enterprise/live/frozen/signal-v3.json, final-ui/capture.json. Fresh AMD response requested MiMo-V2.6-Flash and returned self-dploy/MiMo-V2.6-Flash in 20398ms. Request8474390ed7b6425196010a2eee945349. Synthetic data, agent-operated review. Original response had a baseline error and v2 timed out; both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docs/enterprise/live/fresh/knowledge-raw.json and live/ui/knowledge-quote.png. Actual fresh AMD output from approved applicable procedure PROC100@1/P1 recorded as a case check after agent review. Exact quote validation does not confer action authority. Frozen knowledge pipeline matches11/12; model-only7/8.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docs/enterprise/live/fresh/receiving-v2/ and final-ui/typed-recovery-receipt.png. Fresh typed draft drives explicit agent-operated source/old-row review. Distinct named engineering identities approve sandbox recovery. Real enterprise inventory integration remains unauthorized.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docs/enterprise/release-modules.json and release-ui/modules/media-effectiveness.png; tests/test_effectiveness.py. Synthetic historical replay, agent-operated review. Predeclared baseline230/13000,followup97/13000. Generated together, not independent prospective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docs/enterprise/model-evaluation.json. Frozen24 synthetic agent-authored labels,20 model calls plus4 retrieval abstentions. Total27 requests including integrated calls and disclosed retests,26HTTP200,1timeout,noautomatic retries. Raw scores never replaced by after-review results. Receiving v2 reused the original2inputs after removing internal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docs/enterprise/live/pytest-final.xml, docs/evaluation-results.json, modules-postgres.json, release-core.json, release-modules.json, operator-acceptance.md. No production, savings, independent acceptance or award claim. Human acceptance remains outstanding.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71b2858c44a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42b780bde4a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8b1fd69c640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72bca2ad643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f56200fb448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a3d947b7f4c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1F807E-9465-4484-A5AF-3BE269F50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418ED7-A546-404C-B1F0-1B632BF8FE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AFFC46-25B1-4F4E-A803-0406CE1FC3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8059C9-0165-4667-A368-B8E19582D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85F5C1-554A-428F-A83E-906FA0C0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42C6E7-4E1A-4FE2-A8F5-AC4E327088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510DA1-1237-426A-910D-64C45CEC5A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71E174-2F87-4315-81BE-CC637D948A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926469-4FA1-4561-8202-ED308CAD9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576B39-D9A6-4EA0-9C0B-B2E51C072E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9127ed62484019" /><Relationship Type="http://schemas.openxmlformats.org/officeDocument/2006/relationships/slideLayout" Target="/ppt/slideLayouts/slideLayout1.xml" Id="Rd18c39cdab7d4530" /><Relationship Type="http://schemas.openxmlformats.org/officeDocument/2006/relationships/slideLayout" Target="/ppt/slideLayouts/slideLayout2.xml" Id="R5ff15771742e4bc8" /><Relationship Type="http://schemas.openxmlformats.org/officeDocument/2006/relationships/slideLayout" Target="/ppt/slideLayouts/slideLayout3.xml" Id="R2622ef8df8d14509" /><Relationship Type="http://schemas.openxmlformats.org/officeDocument/2006/relationships/slideLayout" Target="/ppt/slideLayouts/slideLayout4.xml" Id="Rf2b73bf6e1774239" /><Relationship Type="http://schemas.openxmlformats.org/officeDocument/2006/relationships/slideLayout" Target="/ppt/slideLayouts/slideLayout5.xml" Id="R712dc1924d4b4af7" /><Relationship Type="http://schemas.openxmlformats.org/officeDocument/2006/relationships/slideLayout" Target="/ppt/slideLayouts/slideLayout6.xml" Id="R27312a5a274844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8c39cdab7d4530"/>
    <p:sldLayoutId xmlns:r="http://schemas.openxmlformats.org/officeDocument/2006/relationships" id="2147483650" r:id="R5ff15771742e4bc8"/>
    <p:sldLayoutId xmlns:r="http://schemas.openxmlformats.org/officeDocument/2006/relationships" id="2147483651" r:id="R2622ef8df8d14509"/>
    <p:sldLayoutId xmlns:r="http://schemas.openxmlformats.org/officeDocument/2006/relationships" id="2147483652" r:id="Rf2b73bf6e1774239"/>
    <p:sldLayoutId xmlns:r="http://schemas.openxmlformats.org/officeDocument/2006/relationships" id="2147483653" r:id="R712dc1924d4b4af7"/>
    <p:sldLayoutId xmlns:r="http://schemas.openxmlformats.org/officeDocument/2006/relationships" id="2147483654" r:id="R27312a5a274844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a2e1715b449ce" /><Relationship Type="http://schemas.openxmlformats.org/officeDocument/2006/relationships/notesSlide" Target="/ppt/notesSlides/notesSlide1.xml" Id="R93d3f04f156f48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b8d1f0e6541a2" /><Relationship Type="http://schemas.openxmlformats.org/officeDocument/2006/relationships/image" Target="/ppt/media/image.png" Id="R2d7b311c5d204131" /><Relationship Type="http://schemas.openxmlformats.org/officeDocument/2006/relationships/notesSlide" Target="/ppt/notesSlides/notesSlide2.xml" Id="R72eeea9946a243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0c79cf58e4f90" /><Relationship Type="http://schemas.openxmlformats.org/officeDocument/2006/relationships/image" Target="/ppt/media/image2.png" Id="R66fdbb64da924026" /><Relationship Type="http://schemas.openxmlformats.org/officeDocument/2006/relationships/notesSlide" Target="/ppt/notesSlides/notesSlide3.xml" Id="R83bd64f5d6114c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e842afb9314f45" /><Relationship Type="http://schemas.openxmlformats.org/officeDocument/2006/relationships/image" Target="/ppt/media/image3.png" Id="R41ee9d2adef64ff1" /><Relationship Type="http://schemas.openxmlformats.org/officeDocument/2006/relationships/notesSlide" Target="/ppt/notesSlides/notesSlide4.xml" Id="Ra2c1b3fc1f8a4e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6f30b6a1b441a" /><Relationship Type="http://schemas.openxmlformats.org/officeDocument/2006/relationships/image" Target="/ppt/media/image4.png" Id="Ra977fd892f0c4b73" /><Relationship Type="http://schemas.openxmlformats.org/officeDocument/2006/relationships/notesSlide" Target="/ppt/notesSlides/notesSlide5.xml" Id="Rc2a8eed0b11947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7278287894440" /><Relationship Type="http://schemas.openxmlformats.org/officeDocument/2006/relationships/notesSlide" Target="/ppt/notesSlides/notesSlide6.xml" Id="Rcacefbf852a74c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75ab8a195b4685" /><Relationship Type="http://schemas.openxmlformats.org/officeDocument/2006/relationships/notesSlide" Target="/ppt/notesSlides/notesSlide7.xml" Id="Rc3719c00778140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EF2CC-C23A-486E-AF03-12CA7CC4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BatchFence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5495F-1D7A-43C6-9E71-5B778F61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2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Quality decisions with</a:t>
            </a:r>
          </a:p>
          <a:p xmlns:a="http://schemas.openxmlformats.org/drawingml/2006/main">
            <a:pPr>
              <a:defRPr sz="42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reviewable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861F2-4381-4E0F-B80D-0A09DFBC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B1C4D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1C4DB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B1C4DB"/>
                </a:solidFill>
                <a:latin typeface="Segoe UI"/>
                <a:ea typeface="Segoe UI"/>
                <a:cs typeface="Segoe UI"/>
              </a:rPr>
              <a:t>Signals, approved guidance, containment, controlled recovery and corrective-action follow-up.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08338-1CD4-4422-97B9-2C2CD999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DBBD7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DBBD7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DBBD79"/>
                </a:solidFill>
                <a:latin typeface="Segoe UI"/>
                <a:ea typeface="Segoe UI"/>
                <a:cs typeface="Segoe UI"/>
              </a:rPr>
              <a:t>0.3.0 release. Web and Windows. Free public hosting with temporary storage.</a:t>
            </a:r>
          </a:p>
        </p:txBody>
      </p:sp>
    </p:spTree>
    <p:extLst>
      <p:ext uri="{BB962C8B-B14F-4D97-AF65-F5344CB8AC3E}">
        <p14:creationId xmlns:p14="http://schemas.microsoft.com/office/powerpoint/2010/main" val="1009511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C7C43-1247-445D-8A35-019D6D4A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Quality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2EB99-4C64-4C08-89BD-2CF3EF15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A reviewed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8E02A-4E17-4E78-B1D6-0C00B4C0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The chart computes each limit from the frozen baseline. AMD explains five flagged observations using the actual counts and source IDs.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88DC3-B2A1-4617-8EAE-69CE5D08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Signals have no authority to hold inventory.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5AB63-1602-47DF-9BEB-0AF92119FD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b311c5d204131"/>
          <a:stretch xmlns:a="http://schemas.openxmlformats.org/drawingml/2006/main"/>
        </p:blipFill>
        <p:spPr>
          <a:xfrm xmlns:a="http://schemas.openxmlformats.org/drawingml/2006/main">
            <a:off x="5391150" y="1886425"/>
            <a:ext cx="6191250" cy="335185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64314-81E2-460E-B49F-DD565A08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Stored result of fresh AMD inference. Synthetic records.</a:t>
            </a:r>
          </a:p>
        </p:txBody>
      </p:sp>
    </p:spTree>
    <p:extLst>
      <p:ext uri="{BB962C8B-B14F-4D97-AF65-F5344CB8AC3E}">
        <p14:creationId xmlns:p14="http://schemas.microsoft.com/office/powerpoint/2010/main" val="2136878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D95C8-9E2C-4A4B-AED8-579848B6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Approved procedural guidance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B0BA4-D7DC-4721-9D5C-A643B207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Exact applicable passages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E61DB-19F4-45AF-8432-B0EC03CF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38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AMD answers from the approved revision and displays the passage. Explicit evidence review records the check in the case.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D4164-95ED-401E-B8CA-A8D84C21D2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dbb64da924026"/>
          <a:stretch xmlns:a="http://schemas.openxmlformats.org/drawingml/2006/main"/>
        </p:blipFill>
        <p:spPr>
          <a:xfrm xmlns:a="http://schemas.openxmlformats.org/drawingml/2006/main">
            <a:off x="5391150" y="2933626"/>
            <a:ext cx="6191250" cy="125744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8C0D0-ED81-4762-88B5-25E93CC3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Actual fresh AMD response. Review performed by the agent.</a:t>
            </a:r>
          </a:p>
        </p:txBody>
      </p:sp>
    </p:spTree>
    <p:extLst>
      <p:ext uri="{BB962C8B-B14F-4D97-AF65-F5344CB8AC3E}">
        <p14:creationId xmlns:p14="http://schemas.microsoft.com/office/powerpoint/2010/main" val="1425263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24FCC-BCE8-45A3-BC21-A338A45A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Controlled inventory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B6B27-F386-45E1-A9FE-D5A98534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800 held, 700 proposed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C5159-579F-43C8-805B-966B05B0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The source-only AMD receiving draft supports a reviewed proposal. All 800 applied restrictions stay in place until recovery.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62C08-E868-4C48-BA7D-0BC38CA7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476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Separate approval recovers exactly 100 units and preserves both original receipts.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B70A9-D7D1-493A-A717-7D97327B79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e9d2adef64ff1"/>
          <a:stretch xmlns:a="http://schemas.openxmlformats.org/drawingml/2006/main"/>
        </p:blipFill>
        <p:spPr>
          <a:xfrm xmlns:a="http://schemas.openxmlformats.org/drawingml/2006/main">
            <a:off x="5391150" y="1522773"/>
            <a:ext cx="6191250" cy="407915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B8A96-C11A-419A-BA98-54D14736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Actual retained workflow. Synthetic inventory and named engineering accounts.</a:t>
            </a:r>
          </a:p>
        </p:txBody>
      </p:sp>
    </p:spTree>
    <p:extLst>
      <p:ext uri="{BB962C8B-B14F-4D97-AF65-F5344CB8AC3E}">
        <p14:creationId xmlns:p14="http://schemas.microsoft.com/office/powerpoint/2010/main" val="18086063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1E21D-C01B-4894-8812-06065FB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Corrective-action effectiveness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DCAF0-FCFB-4B68-9F6A-5C0AC1A1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Criteria before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885CE-3B32-4C29-916B-D8B9D146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Freeze the follow-up window, required exposure and missing-data policy. Insufficient evidence blocks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10857-60C0-4CA2-A468-A036AA99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A lower observed rate does not establish causation.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7E5A9-CBC8-4D86-A3F3-D834752563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7fd892f0c4b73"/>
          <a:stretch xmlns:a="http://schemas.openxmlformats.org/drawingml/2006/main"/>
        </p:blipFill>
        <p:spPr>
          <a:xfrm xmlns:a="http://schemas.openxmlformats.org/drawingml/2006/main">
            <a:off x="5391150" y="2749226"/>
            <a:ext cx="6191250" cy="162624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5A078-62E1-48CF-89DC-B489687B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Historical synthetic replay. No independent effectiveness study.</a:t>
            </a:r>
          </a:p>
        </p:txBody>
      </p:sp>
    </p:spTree>
    <p:extLst>
      <p:ext uri="{BB962C8B-B14F-4D97-AF65-F5344CB8AC3E}">
        <p14:creationId xmlns:p14="http://schemas.microsoft.com/office/powerpoint/2010/main" val="879165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9EFA0-B925-496D-BC31-B45E6980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Fresh AMD results and retained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551D4-ED2E-4A40-A13F-70F361FE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24 frozen items exercised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F9000-1367-4FA3-972D-B2CD8B3F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38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Extraction exact matches: 6 of 12</a:t>
            </a:r>
          </a:p>
          <a:p xmlns:a="http://schemas.openxmlformats.org/drawingml/2006/main">
            <a:pPr>
              <a:defRPr sz="22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Knowledge pipeline: 11 of 12</a:t>
            </a:r>
          </a:p>
          <a:p xmlns:a="http://schemas.openxmlformats.org/drawingml/2006/main">
            <a:pPr>
              <a:defRPr sz="225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Model-only knowledge: 7 of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42B0D-3ECF-46B4-A20A-68A4C1C7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27 requests, one timeout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D7ED0-51E6-4DCC-A5B3-73186C54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51911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Typed receiving retests: 2 of 2 source-valid.</a:t>
            </a:r>
          </a:p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One compact signal explanation matched all five selected observations.</a:t>
            </a:r>
          </a:p>
          <a:p xmlns:a="http://schemas.openxmlformats.org/drawingml/2006/main">
            <a:pPr>
              <a:defRPr sz="21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Original failures remain in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0EA69-8DF3-44BE-A081-61C7A98C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One model, synthetic labels and agent review. No general accuracy or productivity claim.</a:t>
            </a:r>
          </a:p>
        </p:txBody>
      </p:sp>
    </p:spTree>
    <p:extLst>
      <p:ext uri="{BB962C8B-B14F-4D97-AF65-F5344CB8AC3E}">
        <p14:creationId xmlns:p14="http://schemas.microsoft.com/office/powerpoint/2010/main" val="2111568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3B563-036F-4681-8DD0-3272B04C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Engineering evidence and pilot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23148-367F-48DC-9533-C1D2C724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110 regression tests passed</a:t>
            </a:r>
          </a:p>
          <a:p xmlns:a="http://schemas.openxmlformats.org/drawingml/2006/main">
            <a:pPr>
              <a:defRPr sz="2550" b="1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30 domain cases passed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D116E-744D-4F92-9CA1-686AE237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143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PostgreSQL restore verified 16 source hashes. OCR preserved two scanned pages. Core and connected web checks passed.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4E1BF-1300-41C3-B643-AFBD9DC1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Remaining acceptance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47CBA-342B-4540-8132-0969538B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51911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Quality professional and three operators.</a:t>
            </a:r>
          </a:p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Physical Windows file dialogs.</a:t>
            </a:r>
          </a:p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Owner-approved off-device recovery.</a:t>
            </a:r>
          </a:p>
          <a:p xmlns:a="http://schemas.openxmlformats.org/drawingml/2006/main">
            <a:pPr>
              <a:defRPr sz="2025" b="0">
                <a:solidFill>
                  <a:srgbClr val="8E621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8E621A"/>
                </a:solidFill>
                <a:latin typeface="Segoe UI"/>
                <a:ea typeface="Segoe UI"/>
                <a:cs typeface="Segoe UI"/>
              </a:rPr>
              <a:t>Real scoped users and data approval.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27273-E33C-4F1B-9634-DF222897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Web: batchfence.onrender.com</a:t>
            </a:r>
          </a:p>
          <a:p xmlns:a="http://schemas.openxmlformats.org/drawingml/2006/main">
            <a:pPr>
              <a:defRPr sz="1725" b="0">
                <a:solidFill>
                  <a:srgbClr val="17365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73655"/>
                </a:solidFill>
                <a:latin typeface="Segoe UI"/>
                <a:ea typeface="Segoe UI"/>
                <a:cs typeface="Segoe UI"/>
              </a:rPr>
              <a:t>Source and Windows: github.com/NuraliKuzhagaliev/BatchFence</a:t>
            </a:r>
          </a:p>
        </p:txBody>
      </p:sp>
    </p:spTree>
    <p:extLst>
      <p:ext uri="{BB962C8B-B14F-4D97-AF65-F5344CB8AC3E}">
        <p14:creationId xmlns:p14="http://schemas.microsoft.com/office/powerpoint/2010/main" val="907862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2026-10-17T00:04:02.6990000Z</dcterms:created>
  <dcterms:modified xsi:type="dcterms:W3CDTF">2026-10-17T00:04:02.6990000Z</dcterms:modified>
</coreProperties>
</file>