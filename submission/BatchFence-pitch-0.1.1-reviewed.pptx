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54b21f4acd4920" /><Relationship Type="http://schemas.openxmlformats.org/officeDocument/2006/relationships/extended-properties" Target="/docProps/app.xml" Id="R294fdf4217734126" /><Relationship Type="http://schemas.openxmlformats.org/officeDocument/2006/relationships/officeDocument" Target="/ppt/presentation.xml" Id="Rcd033f2f793c4a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7436a9eeba4d98"/>
  </p:sldMasterIdLst>
  <p:notesMasterIdLst>
    <p:notesMasterId xmlns:r="http://schemas.openxmlformats.org/officeDocument/2006/relationships" r:id="R7ed5ab4591a145b2"/>
  </p:notesMasterIdLst>
  <p:sldIdLst>
    <p:sldId xmlns:r="http://schemas.openxmlformats.org/officeDocument/2006/relationships" id="256" r:id="R0e02654f57744157"/>
    <p:sldId xmlns:r="http://schemas.openxmlformats.org/officeDocument/2006/relationships" id="257" r:id="R9e8ad0aeda9d41c5"/>
    <p:sldId xmlns:r="http://schemas.openxmlformats.org/officeDocument/2006/relationships" id="258" r:id="R59fcf7f9411f46dc"/>
    <p:sldId xmlns:r="http://schemas.openxmlformats.org/officeDocument/2006/relationships" id="259" r:id="Rd50f403bbac7461b"/>
    <p:sldId xmlns:r="http://schemas.openxmlformats.org/officeDocument/2006/relationships" id="260" r:id="Rd1c6265d0fb1480c"/>
    <p:sldId xmlns:r="http://schemas.openxmlformats.org/officeDocument/2006/relationships" id="261" r:id="Rddd78f84917942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09106b8eff450f" /><Relationship Type="http://schemas.openxmlformats.org/officeDocument/2006/relationships/slideMaster" Target="/ppt/slideMasters/slideMaster1.xml" Id="Rc57436a9eeba4d98" /><Relationship Type="http://schemas.openxmlformats.org/officeDocument/2006/relationships/notesMaster" Target="/ppt/notesMasters/notesMaster1.xml" Id="R7ed5ab4591a145b2" /><Relationship Type="http://schemas.openxmlformats.org/officeDocument/2006/relationships/presProps" Target="/ppt/presProps.xml" Id="Re6f349b279324302" /><Relationship Type="http://schemas.openxmlformats.org/officeDocument/2006/relationships/tableStyles" Target="/ppt/tableStyles.xml" Id="R344398755ed849ee" /><Relationship Type="http://schemas.openxmlformats.org/officeDocument/2006/relationships/slide" Target="/ppt/slides/slide1.xml" Id="R0e02654f57744157" /><Relationship Type="http://schemas.openxmlformats.org/officeDocument/2006/relationships/slide" Target="/ppt/slides/slide2.xml" Id="R9e8ad0aeda9d41c5" /><Relationship Type="http://schemas.openxmlformats.org/officeDocument/2006/relationships/slide" Target="/ppt/slides/slide3.xml" Id="R59fcf7f9411f46dc" /><Relationship Type="http://schemas.openxmlformats.org/officeDocument/2006/relationships/slide" Target="/ppt/slides/slide4.xml" Id="Rd50f403bbac7461b" /><Relationship Type="http://schemas.openxmlformats.org/officeDocument/2006/relationships/slide" Target="/ppt/slides/slide5.xml" Id="Rd1c6265d0fb1480c" /><Relationship Type="http://schemas.openxmlformats.org/officeDocument/2006/relationships/slide" Target="/ppt/slides/slide6.xml" Id="Rddd78f84917942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32d0669d74e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01abe3506a4ee8" /><Relationship Type="http://schemas.openxmlformats.org/officeDocument/2006/relationships/notesMaster" Target="/ppt/notesMasters/notesMaster1.xml" Id="Rd5a902cc420a44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4da8f479074a97" /><Relationship Type="http://schemas.openxmlformats.org/officeDocument/2006/relationships/notesMaster" Target="/ppt/notesMasters/notesMaster1.xml" Id="R68c2740ed0a943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c47c6ec88a4a33" /><Relationship Type="http://schemas.openxmlformats.org/officeDocument/2006/relationships/notesMaster" Target="/ppt/notesMasters/notesMaster1.xml" Id="R4a1827b123a547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24b4a973fe4850" /><Relationship Type="http://schemas.openxmlformats.org/officeDocument/2006/relationships/notesMaster" Target="/ppt/notesMasters/notesMaster1.xml" Id="R9e2a922f4ff741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b0d38f93ff4e9f" /><Relationship Type="http://schemas.openxmlformats.org/officeDocument/2006/relationships/notesMaster" Target="/ppt/notesMasters/notesMaster1.xml" Id="R7e5080e6b97a47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f9524a797b4690" /><Relationship Type="http://schemas.openxmlformats.org/officeDocument/2006/relationships/notesMaster" Target="/ppt/notesMasters/notesMaster1.xml" Id="R158d902e31a146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BatchFence 0.1.1 local prototype. All data synthetic. AMD service provenance is documented in docs/live-verification/provider-documentation.md. Current requested model MiMo-V2.6-Flash, returned self-dploy/MiMo-V2.6-Flash. Explicit selection followed three Gemma failures (two typed timeouts; first cause untyped), all retained. No independent human/customer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historical live ambiguity review screenshot. Original Gemma failure was replayed exactly; its false SUP-S proposal previously permitted an unsupported exclusion. New controls separate model output from reviewed affected/unresolved/excluded dispositions. Explicit unresolved source blocks narrowing. See docs/ambiguity-fix/before-regression.json and live-ambiguity.json. Bounded English source rules are conservative, not general semantic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 live MiMo response drove this 500-unit plan: 400 documented and 100 uncertain. Zero lot-ID correction; agent explained why the complete supplier boundary does not resolve warehouse ancestry. No financial savings or real customer benefit is claimed. See docs/ambiguity-fix/clear-live/browser-results.json and packet-1.json.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revised live response adds BZ-9187. A new exact plan holds 800 units, preserving the uncertain 100. Two actual receipts persisted; reuse of the old approval was rejected with 409 STALE_APPROVAL. See docs/ambiguity-fix/clear-live/browser-results.json and packet-2.json.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pytest checks, 30 frozen graph cases, 12 browser checks and seven installed desktop checks passed. Raw live quality remains imperfect: one ambiguity result required both booleans reviewed as unresolved; a different response failed citation validation and could not proceed. Three Gemma failures are retained (two typed timeouts; first cause untyped), not scored as semantic errors. Cross-runtime packet hashing was fixed for small AMD usage costs; original failed exports remain preserved. See docs/ambiguity-fix. Agent review is not independent human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installed Windows 0.1.1 read-only packet from the live walkthrough, backend unreachable. Dialog selection supplied by the test harness for this recording; real dialogs were separately exercised at prior checkpoint ed6a2b0. Current installer is unsigned. Docker startup is blocked by AF_UNIX reparse error 1920 at sailor-ingest.sock; no blanket permissions/reset/data deletion performed. Hosted publication and event submission require authorization and eligibility review. Buyer/pilot are hypotheses, not validated customer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13f4a68a448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7a3ebc3b847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77d4c4ced43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4c4c771644a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8296b10fe4e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acfd5a49e4e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B4CBFF-60B1-4C89-9EED-2BF9B328E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E0A4F8F-6DCE-49E3-A54E-DFAAE87A07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D6EEAA-CE9E-4F1B-BF07-95D26EEAE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A57917-5D4A-4462-9A89-A6A42A30B2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39F6BBC-1D55-414B-B69D-C1DEDF53B9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D795B1-B287-4355-9D73-A6F84CBD0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D2EA36-6ADB-4A8E-8750-1A4206808B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114457-70F4-4534-97C6-76A4170A89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8CBC08-D1A8-4AB3-BF0D-D638C5B63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AE8697-ADC9-43E5-8176-A22D64D271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44da0c81a34b2b" /><Relationship Type="http://schemas.openxmlformats.org/officeDocument/2006/relationships/slideLayout" Target="/ppt/slideLayouts/slideLayout1.xml" Id="R457d090044fd4572" /><Relationship Type="http://schemas.openxmlformats.org/officeDocument/2006/relationships/slideLayout" Target="/ppt/slideLayouts/slideLayout2.xml" Id="Re0be8bf46a924d1d" /><Relationship Type="http://schemas.openxmlformats.org/officeDocument/2006/relationships/slideLayout" Target="/ppt/slideLayouts/slideLayout3.xml" Id="R0dfe9cd24ad44a2d" /><Relationship Type="http://schemas.openxmlformats.org/officeDocument/2006/relationships/slideLayout" Target="/ppt/slideLayouts/slideLayout4.xml" Id="R60568c4630394163" /><Relationship Type="http://schemas.openxmlformats.org/officeDocument/2006/relationships/slideLayout" Target="/ppt/slideLayouts/slideLayout5.xml" Id="R5834547a70114050" /><Relationship Type="http://schemas.openxmlformats.org/officeDocument/2006/relationships/slideLayout" Target="/ppt/slideLayouts/slideLayout6.xml" Id="R539f6af9c8b343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7d090044fd4572"/>
    <p:sldLayoutId xmlns:r="http://schemas.openxmlformats.org/officeDocument/2006/relationships" id="2147483650" r:id="Re0be8bf46a924d1d"/>
    <p:sldLayoutId xmlns:r="http://schemas.openxmlformats.org/officeDocument/2006/relationships" id="2147483651" r:id="R0dfe9cd24ad44a2d"/>
    <p:sldLayoutId xmlns:r="http://schemas.openxmlformats.org/officeDocument/2006/relationships" id="2147483652" r:id="R60568c4630394163"/>
    <p:sldLayoutId xmlns:r="http://schemas.openxmlformats.org/officeDocument/2006/relationships" id="2147483653" r:id="R5834547a70114050"/>
    <p:sldLayoutId xmlns:r="http://schemas.openxmlformats.org/officeDocument/2006/relationships" id="2147483654" r:id="R539f6af9c8b343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c8a02ad07437d" /><Relationship Type="http://schemas.openxmlformats.org/officeDocument/2006/relationships/notesSlide" Target="/ppt/notesSlides/notesSlide1.xml" Id="R84d9d4c517884a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e42d82762495f" /><Relationship Type="http://schemas.openxmlformats.org/officeDocument/2006/relationships/image" Target="/ppt/media/image.png" Id="R076c1608c5c94ae7" /><Relationship Type="http://schemas.openxmlformats.org/officeDocument/2006/relationships/notesSlide" Target="/ppt/notesSlides/notesSlide2.xml" Id="Rb04e7b71937b4a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961e371204df5" /><Relationship Type="http://schemas.openxmlformats.org/officeDocument/2006/relationships/image" Target="/ppt/media/image2.png" Id="R658382372f434b51" /><Relationship Type="http://schemas.openxmlformats.org/officeDocument/2006/relationships/notesSlide" Target="/ppt/notesSlides/notesSlide3.xml" Id="R883e41212ceb4e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479ee978c14f9f" /><Relationship Type="http://schemas.openxmlformats.org/officeDocument/2006/relationships/image" Target="/ppt/media/image3.png" Id="Rc2688cfbfe8d45b6" /><Relationship Type="http://schemas.openxmlformats.org/officeDocument/2006/relationships/notesSlide" Target="/ppt/notesSlides/notesSlide4.xml" Id="R00a630d814c645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b367234a8482a" /><Relationship Type="http://schemas.openxmlformats.org/officeDocument/2006/relationships/image" Target="/ppt/media/image4.png" Id="R3ce3376fd3aa4922" /><Relationship Type="http://schemas.openxmlformats.org/officeDocument/2006/relationships/notesSlide" Target="/ppt/notesSlides/notesSlide5.xml" Id="Rd2fcc906472842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bff5975f674f78" /><Relationship Type="http://schemas.openxmlformats.org/officeDocument/2006/relationships/image" Target="/ppt/media/image5.png" Id="R927a18b9ff434eec" /><Relationship Type="http://schemas.openxmlformats.org/officeDocument/2006/relationships/notesSlide" Target="/ppt/notesSlides/notesSlide6.xml" Id="R296043d1bbfb4c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2F47F-F3E0-442F-B385-123C570E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BatchFence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A33830-65D3-4755-B5A2-AD492CA7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900" b="0">
                <a:solidFill>
                  <a:srgbClr val="F5F8FC"/>
                </a:solidFill>
                <a:latin typeface="Segoe UI"/>
                <a:ea typeface="Segoe UI"/>
                <a:cs typeface="Segoe UI"/>
              </a:defRPr>
            </a:pPr>
            <a:r>
              <a:rPr sz="3900" b="0">
                <a:solidFill>
                  <a:srgbClr val="F5F8FC"/>
                </a:solidFill>
                <a:latin typeface="Segoe UI"/>
                <a:ea typeface="Segoe UI"/>
                <a:cs typeface="Segoe UI"/>
              </a:rPr>
              <a:t>Evidence-backed lot containment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940AB-7ECD-4E3A-B38E-E905E99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0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A9BD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A9BDD5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A9BDD5"/>
                </a:solidFill>
                <a:latin typeface="Segoe UI"/>
                <a:ea typeface="Segoe UI"/>
                <a:cs typeface="Segoe UI"/>
              </a:rPr>
              <a:t>Supplier evidence stays attached to the exact decision a reviewer approves.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E4D94-865F-4B7E-AD3A-B9EEF524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D2DFED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D2DFE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D2DFED"/>
                </a:solidFill>
                <a:latin typeface="Segoe UI"/>
                <a:ea typeface="Segoe UI"/>
                <a:cs typeface="Segoe UI"/>
              </a:rPr>
              <a:t>Web and Windows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D59C5-F429-4B00-B03D-A52579AD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D8B66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D8B66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D8B66C"/>
                </a:solidFill>
                <a:latin typeface="Segoe UI"/>
                <a:ea typeface="Segoe UI"/>
                <a:cs typeface="Segoe UI"/>
              </a:rPr>
              <a:t>Live AMD on synthetic data · agent-operated review</a:t>
            </a:r>
          </a:p>
        </p:txBody>
      </p:sp>
    </p:spTree>
    <p:extLst>
      <p:ext uri="{BB962C8B-B14F-4D97-AF65-F5344CB8AC3E}">
        <p14:creationId xmlns:p14="http://schemas.microsoft.com/office/powerpoint/2010/main" val="1967430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A8DD5-5AB9-42D2-9DF7-E9E46327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Review model proposals before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519A8-9A6E-41F9-A09F-AF20559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Every candidate starts unresolved.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6299F-3B7F-4F06-96CF-67798D96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Review affected, unresolved and excluded lots separately. Narrowing needs an exact source quote and an explicit incident boundary.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AB891-7BDD-4846-9B09-9085621999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c1608c5c94ae7"/>
          <a:stretch xmlns:a="http://schemas.openxmlformats.org/drawingml/2006/main"/>
        </p:blipFill>
        <p:spPr>
          <a:xfrm xmlns:a="http://schemas.openxmlformats.org/drawingml/2006/main" flipH="0" flipV="0">
            <a:off x="5715000" y="1808163"/>
            <a:ext cx="5905500" cy="393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09574-E15C-4722-81FB-B4572020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4758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64758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64758A"/>
                </a:solidFill>
                <a:latin typeface="Segoe UI"/>
                <a:ea typeface="Segoe UI"/>
                <a:cs typeface="Segoe UI"/>
              </a:rPr>
              <a:t>Actual live AMD evidence. Synthetic records; review operated by Codex.</a:t>
            </a:r>
          </a:p>
        </p:txBody>
      </p:sp>
    </p:spTree>
    <p:extLst>
      <p:ext uri="{BB962C8B-B14F-4D97-AF65-F5344CB8AC3E}">
        <p14:creationId xmlns:p14="http://schemas.microsoft.com/office/powerpoint/2010/main" val="4799182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0E4C1-DFBF-436C-8DB9-4D8B5A1E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The reviewed containment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F9E82-9CE8-4587-BA2B-055C936F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B93C4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775" b="1">
                <a:solidFill>
                  <a:srgbClr val="B93C4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B93C4B"/>
                </a:solidFill>
                <a:latin typeface="Segoe UI"/>
                <a:ea typeface="Segoe UI"/>
                <a:cs typeface="Segoe UI"/>
              </a:rPr>
              <a:t>500 units require a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F790B-04BF-477F-BA94-84A89F8A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400 documented</a:t>
            </a:r>
          </a:p>
          <a:p xmlns:a="http://schemas.openxmlformats.org/drawingml/2006/main">
            <a:pPr>
              <a:buNone/>
              <a:defRPr sz="2325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100 uncertain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23F42-4DB7-467B-A9DE-0A3D2D8B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461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The source quote and the reason for each stock classification remain inspectable.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84DF7-66B3-415F-AC6A-32E6CDD890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382372f434b51"/>
          <a:stretch xmlns:a="http://schemas.openxmlformats.org/drawingml/2006/main"/>
        </p:blipFill>
        <p:spPr>
          <a:xfrm xmlns:a="http://schemas.openxmlformats.org/drawingml/2006/main" flipH="0" flipV="0">
            <a:off x="5429250" y="1503792"/>
            <a:ext cx="6191250" cy="46219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83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353B7-3774-478C-AD04-D669B254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Changed evidence invalidates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58A4C-0456-47BB-A7D1-CDD410B2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75" b="1">
                <a:solidFill>
                  <a:srgbClr val="B93C4B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775" b="1">
                <a:solidFill>
                  <a:srgbClr val="B93C4B"/>
                </a:solidFill>
                <a:latin typeface="Segoe UI"/>
                <a:ea typeface="Segoe UI"/>
                <a:cs typeface="Segoe UI"/>
              </a:defRPr>
            </a:pPr>
            <a:r>
              <a:rPr sz="2775" b="1">
                <a:solidFill>
                  <a:srgbClr val="B93C4B"/>
                </a:solidFill>
                <a:latin typeface="Segoe UI"/>
                <a:ea typeface="Segoe UI"/>
                <a:cs typeface="Segoe UI"/>
              </a:rPr>
              <a:t>500 to 800 proposed units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733C4-A71F-444F-B810-76C57A4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524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BZ-9187 adds the FG-D branch.</a:t>
            </a:r>
          </a:p>
          <a:p xmlns:a="http://schemas.openxmlformats.org/drawingml/2006/main">
            <a:pPr>
              <a:buNone/>
              <a:defRPr sz="2100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The earlier approval cannot execute.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9A328-0FF9-4658-BD23-A3D675B0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524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Review the revised scope, then approve its new exact plan.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80A01-90A2-4539-9A6D-FB20EF9234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88cfbfe8d45b6"/>
          <a:stretch xmlns:a="http://schemas.openxmlformats.org/drawingml/2006/main"/>
        </p:blipFill>
        <p:spPr>
          <a:xfrm xmlns:a="http://schemas.openxmlformats.org/drawingml/2006/main" flipH="0" flipV="0">
            <a:off x="5429250" y="1531739"/>
            <a:ext cx="6191250" cy="45660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97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E6FB6-729A-4A16-B3A9-1F9D919E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Ambiguity is contained before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4E278-B5D9-4A67-8117-F02E0FD2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147D73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925" b="1">
                <a:solidFill>
                  <a:srgbClr val="147D73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47D73"/>
                </a:solidFill>
                <a:latin typeface="Segoe UI"/>
                <a:ea typeface="Segoe UI"/>
                <a:cs typeface="Segoe UI"/>
              </a:rPr>
              <a:t>40 / 40 regression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CA392-59D2-43DA-A998-DC3E2C4E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30 frozen domain cases also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7E38E-12C3-4C19-A86E-76A7824E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Unresolved scope holds all 1,200 units. A separate citation failure blocks review and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7E379-5190-48C3-91A0-18F8AFB3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9C651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9C6516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9C6516"/>
                </a:solidFill>
                <a:latin typeface="Segoe UI"/>
                <a:ea typeface="Segoe UI"/>
                <a:cs typeface="Segoe UI"/>
              </a:rPr>
              <a:t>Model booleans remain fallible. Source review is still required.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80E0B-2138-42CF-9C57-4E169D85ED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3376fd3aa4922"/>
          <a:stretch xmlns:a="http://schemas.openxmlformats.org/drawingml/2006/main"/>
        </p:blipFill>
        <p:spPr>
          <a:xfrm xmlns:a="http://schemas.openxmlformats.org/drawingml/2006/main" flipH="0" flipV="0">
            <a:off x="6595310" y="1600200"/>
            <a:ext cx="4240130" cy="3448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95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AFC58-D96D-4D1D-8D29-323608A9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Local prototype; release gates remain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9B2E5-5CAF-4AC8-AFF0-CE46FFAF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142235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42235"/>
                </a:solidFill>
                <a:latin typeface="Segoe UI"/>
                <a:ea typeface="Segoe UI"/>
                <a:cs typeface="Segoe UI"/>
              </a:rPr>
              <a:t>Proposed buyer: a quality manager using exported production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DD0A0-8741-4460-8938-1886C28E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Pilot with redacted exports.</a:t>
            </a:r>
          </a:p>
          <a:p xmlns:a="http://schemas.openxmlformats.org/drawingml/2006/main">
            <a:pPr>
              <a:buNone/>
              <a:defRPr sz="2025" b="0">
                <a:solidFill>
                  <a:srgbClr val="51617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174"/>
                </a:solidFill>
                <a:latin typeface="Segoe UI"/>
                <a:ea typeface="Segoe UI"/>
                <a:cs typeface="Segoe UI"/>
              </a:rPr>
              <a:t>Measure time to an accepted plan and unsupported exclusions.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74F90-E2D9-40CC-AA6B-9F287EEF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9C6516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9C651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9C6516"/>
                </a:solidFill>
                <a:latin typeface="Segoe UI"/>
                <a:ea typeface="Segoe UI"/>
                <a:cs typeface="Segoe UI"/>
              </a:rPr>
              <a:t>Next gates: Docker repair, distribution and independent review.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D0873-DB62-4657-A896-B5E864277B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a18b9ff434eec"/>
          <a:stretch xmlns:a="http://schemas.openxmlformats.org/drawingml/2006/main"/>
        </p:blipFill>
        <p:spPr>
          <a:xfrm xmlns:a="http://schemas.openxmlformats.org/drawingml/2006/main" flipH="0" flipV="0">
            <a:off x="6815439" y="1524000"/>
            <a:ext cx="3895121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51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2026-10-16T10:13:58.3070000Z</dcterms:created>
  <dcterms:modified xsi:type="dcterms:W3CDTF">2026-10-16T10:13:58.3080000Z</dcterms:modified>
</coreProperties>
</file>