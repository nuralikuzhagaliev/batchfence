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79973c21b048c4" /><Relationship Type="http://schemas.openxmlformats.org/officeDocument/2006/relationships/extended-properties" Target="/docProps/app.xml" Id="R60dd5697edad4571" /><Relationship Type="http://schemas.openxmlformats.org/officeDocument/2006/relationships/officeDocument" Target="/ppt/presentation.xml" Id="Ra23280d3325e48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3695260851436f"/>
  </p:sldMasterIdLst>
  <p:notesMasterIdLst>
    <p:notesMasterId xmlns:r="http://schemas.openxmlformats.org/officeDocument/2006/relationships" r:id="Recae02ff11f841d9"/>
  </p:notesMasterIdLst>
  <p:sldIdLst>
    <p:sldId xmlns:r="http://schemas.openxmlformats.org/officeDocument/2006/relationships" id="256" r:id="R0c34407b089b4034"/>
    <p:sldId xmlns:r="http://schemas.openxmlformats.org/officeDocument/2006/relationships" id="257" r:id="R3cab9c882720474c"/>
    <p:sldId xmlns:r="http://schemas.openxmlformats.org/officeDocument/2006/relationships" id="258" r:id="R84b8a742a6dd43ab"/>
    <p:sldId xmlns:r="http://schemas.openxmlformats.org/officeDocument/2006/relationships" id="259" r:id="Rd6e811f013074d5c"/>
    <p:sldId xmlns:r="http://schemas.openxmlformats.org/officeDocument/2006/relationships" id="260" r:id="R3f206312f29c42d1"/>
    <p:sldId xmlns:r="http://schemas.openxmlformats.org/officeDocument/2006/relationships" id="261" r:id="Rc7ceadbbe5be46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1d149c225c431a" /><Relationship Type="http://schemas.openxmlformats.org/officeDocument/2006/relationships/slideMaster" Target="/ppt/slideMasters/slideMaster1.xml" Id="R253695260851436f" /><Relationship Type="http://schemas.openxmlformats.org/officeDocument/2006/relationships/notesMaster" Target="/ppt/notesMasters/notesMaster1.xml" Id="Recae02ff11f841d9" /><Relationship Type="http://schemas.openxmlformats.org/officeDocument/2006/relationships/presProps" Target="/ppt/presProps.xml" Id="R2abe4063ef5f40aa" /><Relationship Type="http://schemas.openxmlformats.org/officeDocument/2006/relationships/tableStyles" Target="/ppt/tableStyles.xml" Id="Ra201b08bd03b4230" /><Relationship Type="http://schemas.openxmlformats.org/officeDocument/2006/relationships/slide" Target="/ppt/slides/slide1.xml" Id="R0c34407b089b4034" /><Relationship Type="http://schemas.openxmlformats.org/officeDocument/2006/relationships/slide" Target="/ppt/slides/slide2.xml" Id="R3cab9c882720474c" /><Relationship Type="http://schemas.openxmlformats.org/officeDocument/2006/relationships/slide" Target="/ppt/slides/slide3.xml" Id="R84b8a742a6dd43ab" /><Relationship Type="http://schemas.openxmlformats.org/officeDocument/2006/relationships/slide" Target="/ppt/slides/slide4.xml" Id="Rd6e811f013074d5c" /><Relationship Type="http://schemas.openxmlformats.org/officeDocument/2006/relationships/slide" Target="/ppt/slides/slide5.xml" Id="R3f206312f29c42d1" /><Relationship Type="http://schemas.openxmlformats.org/officeDocument/2006/relationships/slide" Target="/ppt/slides/slide6.xml" Id="Rc7ceadbbe5be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839967677741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63ea8940c8471f" /><Relationship Type="http://schemas.openxmlformats.org/officeDocument/2006/relationships/notesMaster" Target="/ppt/notesMasters/notesMaster1.xml" Id="R8f2d277adcba4e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f146b5b9f4efe" /><Relationship Type="http://schemas.openxmlformats.org/officeDocument/2006/relationships/notesMaster" Target="/ppt/notesMasters/notesMaster1.xml" Id="Rbb50a825cacf46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ad1ebf87454b4a" /><Relationship Type="http://schemas.openxmlformats.org/officeDocument/2006/relationships/notesMaster" Target="/ppt/notesMasters/notesMaster1.xml" Id="Rd4ef00f0c48340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4e1f28a5b47b7" /><Relationship Type="http://schemas.openxmlformats.org/officeDocument/2006/relationships/notesMaster" Target="/ppt/notesMasters/notesMaster1.xml" Id="R5b8250c6d9a84e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1e019e89e9490a" /><Relationship Type="http://schemas.openxmlformats.org/officeDocument/2006/relationships/notesMaster" Target="/ppt/notesMasters/notesMaster1.xml" Id="R168becb0b4ea46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bd88da2bb04495" /><Relationship Type="http://schemas.openxmlformats.org/officeDocument/2006/relationships/notesMaster" Target="/ppt/notesMasters/notesMaster1.xml" Id="Re9c2c39d2afd4a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Intended user: quality manager at a small manufacturer. Fictional decorative housings, no safety certification. Integration of cause diagnosis, evidence planning and causal revisions is a positioning hypothesis, not a world-first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docs/release-0.2.0/upgrade-browser-final/results.json and tests/test_upgrade.py. Synthetic UI check. A shared unconfirmed boundary holds 1,200; only FG-C has actual ambiguous receiving identity. Complete ancestry is not falsely described as missing.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test_readonly_complete_identity_impact; scripts/upgrade-browser.cjs. Synthetic immutable scenario: FG-C100 at EUR40, SUP-B-only complete record changes500 to400. CompleteSUP-A or inconclusive keeps500. Standalone impacts are not additive.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docs/release-0.2.0/live/notice2-raw-run.json, review2-packet.json, causal-comparison.json. Actual fresh configured AMD response; agent-operated source review. SUP-C toFG-D300 toO-104,500to800 and3to4orders. No independent human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docs/release-0.2.0/live/reply2-raw-run.json, review-reply-preview.json and final-packet.json. Source candidate from fresh AMD response, explicit complete receiving-record review. Proposed700; all800previouslyappliedremainheld. The first fresh reply omitted SUP-B and the app rejected narrowing (422); a clearer separately preserved reply returned SUP-B plus three non-lot IDs. Review selected only the source-backed supplier identity. Format is bounded; unclear prose stays unresolved.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docs/release-0.2.0/pytest-results.xml,domain-results.json,installed-upgrade/results.json,installer.json,public-release.json and live evidence. Tests are synthetic, not model accuracy measurements. No customer research or independent domain/operator validation. No paid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d35a5578745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8906b480341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7eb49856441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9ed29c24941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dd664850a41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bb8d76c8b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73A754-3F8D-4CC9-98EC-DB8EB8497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1FC43B-AABA-4EB0-8430-C0FCF8566F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1E66BC-F7E8-41C7-A833-2A56969BB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CAA0CC-5FE5-4C83-A03F-8D9EF97AA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FB3928-6FD5-425A-AD6B-F368A026C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28E659-9195-4301-9B87-EB63A8CA1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B885FA-08A6-433D-876C-DC754A3290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1040E3-8F2C-4917-A647-59FC988E22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0019F-92DE-40C7-8C5A-C53F2A38F6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3EEA05-6DE5-4E3B-96BB-BF16779D13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b1d84f630d41b4" /><Relationship Type="http://schemas.openxmlformats.org/officeDocument/2006/relationships/slideLayout" Target="/ppt/slideLayouts/slideLayout1.xml" Id="Rf86cd988597c4ead" /><Relationship Type="http://schemas.openxmlformats.org/officeDocument/2006/relationships/slideLayout" Target="/ppt/slideLayouts/slideLayout2.xml" Id="R3d42ec21d6ce4210" /><Relationship Type="http://schemas.openxmlformats.org/officeDocument/2006/relationships/slideLayout" Target="/ppt/slideLayouts/slideLayout3.xml" Id="R53b38f72b92340a3" /><Relationship Type="http://schemas.openxmlformats.org/officeDocument/2006/relationships/slideLayout" Target="/ppt/slideLayouts/slideLayout4.xml" Id="Recc39803d890469b" /><Relationship Type="http://schemas.openxmlformats.org/officeDocument/2006/relationships/slideLayout" Target="/ppt/slideLayouts/slideLayout5.xml" Id="Ra30f4628343a443a" /><Relationship Type="http://schemas.openxmlformats.org/officeDocument/2006/relationships/slideLayout" Target="/ppt/slideLayouts/slideLayout6.xml" Id="R1e940f1e5e6841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6cd988597c4ead"/>
    <p:sldLayoutId xmlns:r="http://schemas.openxmlformats.org/officeDocument/2006/relationships" id="2147483650" r:id="R3d42ec21d6ce4210"/>
    <p:sldLayoutId xmlns:r="http://schemas.openxmlformats.org/officeDocument/2006/relationships" id="2147483651" r:id="R53b38f72b92340a3"/>
    <p:sldLayoutId xmlns:r="http://schemas.openxmlformats.org/officeDocument/2006/relationships" id="2147483652" r:id="Recc39803d890469b"/>
    <p:sldLayoutId xmlns:r="http://schemas.openxmlformats.org/officeDocument/2006/relationships" id="2147483653" r:id="Ra30f4628343a443a"/>
    <p:sldLayoutId xmlns:r="http://schemas.openxmlformats.org/officeDocument/2006/relationships" id="2147483654" r:id="R1e940f1e5e6841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9f82e7ca94837" /><Relationship Type="http://schemas.openxmlformats.org/officeDocument/2006/relationships/notesSlide" Target="/ppt/notesSlides/notesSlide1.xml" Id="Rdeea33d302354c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e054a5d3b425a" /><Relationship Type="http://schemas.openxmlformats.org/officeDocument/2006/relationships/image" Target="/ppt/media/image.png" Id="Rebaa2091106948fe" /><Relationship Type="http://schemas.openxmlformats.org/officeDocument/2006/relationships/notesSlide" Target="/ppt/notesSlides/notesSlide2.xml" Id="Rd7ea6dfc98e4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2518db50e4adc" /><Relationship Type="http://schemas.openxmlformats.org/officeDocument/2006/relationships/image" Target="/ppt/media/image2.png" Id="R28d202cdc9744c34" /><Relationship Type="http://schemas.openxmlformats.org/officeDocument/2006/relationships/notesSlide" Target="/ppt/notesSlides/notesSlide3.xml" Id="R2eec6a5320a144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762951ecb4909" /><Relationship Type="http://schemas.openxmlformats.org/officeDocument/2006/relationships/image" Target="/ppt/media/image3.png" Id="Rcfb24da8286f49fa" /><Relationship Type="http://schemas.openxmlformats.org/officeDocument/2006/relationships/notesSlide" Target="/ppt/notesSlides/notesSlide4.xml" Id="R0cf45dba5b4244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b3019ddfb4dae" /><Relationship Type="http://schemas.openxmlformats.org/officeDocument/2006/relationships/image" Target="/ppt/media/image4.png" Id="Re65d0cf5e1f74544" /><Relationship Type="http://schemas.openxmlformats.org/officeDocument/2006/relationships/notesSlide" Target="/ppt/notesSlides/notesSlide5.xml" Id="Rd20c125f383d4c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78d1bc5cf4855" /><Relationship Type="http://schemas.openxmlformats.org/officeDocument/2006/relationships/notesSlide" Target="/ppt/notesSlides/notesSlide6.xml" Id="Rd9909a5d2e4540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BCD96-7354-401D-8A49-4AEBB77C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BatchFence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D897B-EB57-4BD2-AF3B-F9E64B7B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Contain the right stock.</a:t>
            </a:r>
          </a:p>
          <a:p xmlns:a="http://schemas.openxmlformats.org/drawingml/2006/main">
            <a: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Know what to ask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5D834-08C4-4BF5-9651-4FF83A01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B1C4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1C4DB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1C4DB"/>
                </a:solidFill>
                <a:latin typeface="Segoe UI"/>
                <a:ea typeface="Segoe UI"/>
                <a:cs typeface="Segoe UI"/>
              </a:rPr>
              <a:t>Source evidence, reviewed decisions and exact containment plans in one web and Windows workbench.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810E8-6D1F-44A4-AC65-4EBE451B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DBBD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BBD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DBBD79"/>
                </a:solidFill>
                <a:latin typeface="Segoe UI"/>
                <a:ea typeface="Segoe UI"/>
                <a:cs typeface="Segoe UI"/>
              </a:rPr>
              <a:t>0.2.0 · Working public app · Synthetic records · Agent-operated review</a:t>
            </a:r>
          </a:p>
        </p:txBody>
      </p:sp>
    </p:spTree>
    <p:extLst>
      <p:ext uri="{BB962C8B-B14F-4D97-AF65-F5344CB8AC3E}">
        <p14:creationId xmlns:p14="http://schemas.microsoft.com/office/powerpoint/2010/main" val="970466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95813-6646-4A2E-B72C-913A0BB0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The next evidence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6AE54-9C83-4A6F-8F68-31C13C19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 source-linked receiving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7F29-0D2E-4951-889F-BEEC15A6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FG-C has 100 units with two possible parents. The question names the exact unresolved relationship.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48961-1BC4-4072-9740-4A02B710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Each question points to its source, affected pools and suggested owner.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47E8D-35C5-496C-B798-7577B9BFE9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a2091106948fe"/>
          <a:stretch xmlns:a="http://schemas.openxmlformats.org/drawingml/2006/main"/>
        </p:blipFill>
        <p:spPr>
          <a:xfrm xmlns:a="http://schemas.openxmlformats.org/drawingml/2006/main">
            <a:off x="6073382" y="1466850"/>
            <a:ext cx="4826786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E9580-4205-428A-A317-C1C8D09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Saved fresh AMD case · synthetic records · source-linked question</a:t>
            </a:r>
          </a:p>
        </p:txBody>
      </p:sp>
    </p:spTree>
    <p:extLst>
      <p:ext uri="{BB962C8B-B14F-4D97-AF65-F5344CB8AC3E}">
        <p14:creationId xmlns:p14="http://schemas.microsoft.com/office/powerpoint/2010/main" val="743318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1DCCA-96DA-4666-918C-7569090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Conditional evidence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20D7E-02AC-46F4-A8E4-43C004F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B33E4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B33E4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B33E4C"/>
                </a:solidFill>
                <a:latin typeface="Segoe UI"/>
                <a:ea typeface="Segoe UI"/>
                <a:cs typeface="Segoe UI"/>
              </a:rPr>
              <a:t>500 → 400 proposed units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44CEF-23A1-486C-9898-6DD510EF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52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If a complete record confirms</a:t>
            </a:r>
          </a:p>
          <a:p xmlns:a="http://schemas.openxmlformats.org/drawingml/2006/main">
            <a: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SUP-B-only ancestry for FG-C.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638D6-CDD0-45A5-92E5-99DF1272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524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€4,000 of inventory value changes classification. Existing holds remain.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5E56E-1C26-4AD3-B47E-9EA7A61E3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202cdc9744c34"/>
          <a:stretch xmlns:a="http://schemas.openxmlformats.org/drawingml/2006/main"/>
        </p:blipFill>
        <p:spPr>
          <a:xfrm xmlns:a="http://schemas.openxmlformats.org/drawingml/2006/main">
            <a:off x="5391150" y="2488867"/>
            <a:ext cx="6191250" cy="21469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34C67-CADE-4A32-9720-811758D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Simulation · no approval authority · carrying value is not savings</a:t>
            </a:r>
          </a:p>
        </p:txBody>
      </p:sp>
    </p:spTree>
    <p:extLst>
      <p:ext uri="{BB962C8B-B14F-4D97-AF65-F5344CB8AC3E}">
        <p14:creationId xmlns:p14="http://schemas.microsoft.com/office/powerpoint/2010/main" val="2142614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2E81A-5E7A-45EA-AE7B-99D7723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Why the revision adds 300 units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BE296-533D-485F-AC44-10BFB1C6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61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B33E4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B33E4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B33E4C"/>
                </a:solidFill>
                <a:latin typeface="Segoe UI"/>
                <a:ea typeface="Segoe UI"/>
                <a:cs typeface="Segoe UI"/>
              </a:rPr>
              <a:t>SUP-C → FG-D → O-104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72515-9195-4C97-917E-F61C089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The revised supplier notice</a:t>
            </a:r>
          </a:p>
          <a:p xmlns:a="http://schemas.openxmlformats.org/drawingml/2006/main">
            <a: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expands the proposal to 800.</a:t>
            </a:r>
          </a:p>
          <a:p xmlns:a="http://schemas.openxmlformats.org/drawingml/2006/main">
            <a: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The earlier approval is stale.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440A8-F608-4C5F-8A52-E565B1698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24da8286f49fa"/>
          <a:stretch xmlns:a="http://schemas.openxmlformats.org/drawingml/2006/main"/>
        </p:blipFill>
        <p:spPr>
          <a:xfrm xmlns:a="http://schemas.openxmlformats.org/drawingml/2006/main">
            <a:off x="5391150" y="1627584"/>
            <a:ext cx="6191250" cy="386953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65508-2329-4F6C-AF54-D600E81F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Recorded view of fresh AMD evidence · synthetic data · agent review</a:t>
            </a:r>
          </a:p>
        </p:txBody>
      </p:sp>
    </p:spTree>
    <p:extLst>
      <p:ext uri="{BB962C8B-B14F-4D97-AF65-F5344CB8AC3E}">
        <p14:creationId xmlns:p14="http://schemas.microsoft.com/office/powerpoint/2010/main" val="82608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1ED36-690B-41A6-8B0E-F3A6D13F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 reviewed answer changes the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FB451-B930-4EB5-B856-003E7689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700 proposed · 800 still held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BAD2F-D412-4943-B929-A1164804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A clearer receiving reply</a:t>
            </a:r>
          </a:p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supports reviewed FG-C identity.</a:t>
            </a:r>
          </a:p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No stock is automatically released.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2384B-2365-4921-9EF9-B0F4902A9E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d0cf5e1f74544"/>
          <a:stretch xmlns:a="http://schemas.openxmlformats.org/drawingml/2006/main"/>
        </p:blipFill>
        <p:spPr>
          <a:xfrm xmlns:a="http://schemas.openxmlformats.org/drawingml/2006/main">
            <a:off x="5391150" y="1627584"/>
            <a:ext cx="6191250" cy="386953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559F9-79B4-4C97-9936-659995AE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Recorded fresh AMD reply · exact source review · workspace inventory only</a:t>
            </a:r>
          </a:p>
        </p:txBody>
      </p:sp>
    </p:spTree>
    <p:extLst>
      <p:ext uri="{BB962C8B-B14F-4D97-AF65-F5344CB8AC3E}">
        <p14:creationId xmlns:p14="http://schemas.microsoft.com/office/powerpoint/2010/main" val="1732225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5E9C9-855C-4EE3-9A33-0C7AEDEB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Verification and release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F7455-FF73-487D-ABCB-6FAE0CFC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65 regression tests</a:t>
            </a:r>
          </a:p>
          <a:p xmlns:a="http://schemas.openxmlformats.org/drawingml/2006/main">
            <a:pPr>
              <a:defRPr sz="270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30 frozen domain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6B261-B218-441C-ADED-A02FA68B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Web and installed Windows workflows.</a:t>
            </a:r>
          </a:p>
          <a:p xmlns:a="http://schemas.openxmlformats.org/drawingml/2006/main">
            <a:pPr>
              <a:defRPr sz="19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Six executable boundary challenges.</a:t>
            </a:r>
          </a:p>
          <a:p xmlns:a="http://schemas.openxmlformats.org/drawingml/2006/main">
            <a:pPr>
              <a:defRPr sz="19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Source-backed raw AMD runs preserved.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0937B-12C4-4EB8-9FAB-A5A6F72D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81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Free hosting uses temporary storage. Export packets.</a:t>
            </a:r>
          </a:p>
          <a:p xmlns:a="http://schemas.openxmlformats.org/drawingml/2006/main">
            <a:pPr>
              <a:defRPr sz="187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Unsigned Windows installer; physical dialog check remains.</a:t>
            </a:r>
          </a:p>
          <a:p xmlns:a="http://schemas.openxmlformats.org/drawingml/2006/main">
            <a:pPr>
              <a:defRPr sz="187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Independent manufacturing validation is still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A6D3E-1685-43D2-B4D8-90612F84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batchfence.onrender.com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CF935-1FD2-48CF-BA5F-2CBC7B2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149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Repository and release evidence are public on GitHub.</a:t>
            </a:r>
          </a:p>
        </p:txBody>
      </p:sp>
    </p:spTree>
    <p:extLst>
      <p:ext uri="{BB962C8B-B14F-4D97-AF65-F5344CB8AC3E}">
        <p14:creationId xmlns:p14="http://schemas.microsoft.com/office/powerpoint/2010/main" val="712681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2026-10-16T20:15:46.3420000Z</dcterms:created>
  <dcterms:modified xsi:type="dcterms:W3CDTF">2026-10-16T20:15:46.3430000Z</dcterms:modified>
</coreProperties>
</file>